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Lst>
  <p:sldSz cx="18288000" cy="10287000"/>
  <p:notesSz cx="6858000" cy="9144000"/>
  <p:embeddedFontLst>
    <p:embeddedFont>
      <p:font typeface="Coco Gothic Bold" charset="1" panose="00000000000000000000"/>
      <p:regular r:id="rId16"/>
    </p:embeddedFont>
    <p:embeddedFont>
      <p:font typeface="TAN Headline" charset="1" panose="00000000000000000000"/>
      <p:regular r:id="rId17"/>
    </p:embeddedFont>
    <p:embeddedFont>
      <p:font typeface="Coco Gothic" charset="1" panose="00000000000000000000"/>
      <p:regular r:id="rId18"/>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fonts/font16.fntdata" Type="http://schemas.openxmlformats.org/officeDocument/2006/relationships/font"/><Relationship Id="rId17" Target="fonts/font17.fntdata" Type="http://schemas.openxmlformats.org/officeDocument/2006/relationships/font"/><Relationship Id="rId18" Target="fonts/font18.fntdata" Type="http://schemas.openxmlformats.org/officeDocument/2006/relationships/font"/><Relationship Id="rId2" Target="presProps.xml" Type="http://schemas.openxmlformats.org/officeDocument/2006/relationships/presProps"/><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10" Target="../media/image9.png" Type="http://schemas.openxmlformats.org/officeDocument/2006/relationships/image"/><Relationship Id="rId11" Target="../media/image10.svg" Type="http://schemas.openxmlformats.org/officeDocument/2006/relationships/image"/><Relationship Id="rId12" Target="../media/image11.png" Type="http://schemas.openxmlformats.org/officeDocument/2006/relationships/image"/><Relationship Id="rId13" Target="../media/image12.svg" Type="http://schemas.openxmlformats.org/officeDocument/2006/relationships/image"/><Relationship Id="rId14" Target="../media/image13.png" Type="http://schemas.openxmlformats.org/officeDocument/2006/relationships/image"/><Relationship Id="rId15" Target="../media/image14.svg" Type="http://schemas.openxmlformats.org/officeDocument/2006/relationships/image"/><Relationship Id="rId16" Target="../media/image15.png" Type="http://schemas.openxmlformats.org/officeDocument/2006/relationships/image"/><Relationship Id="rId17" Target="../media/image16.svg" Type="http://schemas.openxmlformats.org/officeDocument/2006/relationships/image"/><Relationship Id="rId18" Target="../media/image17.png" Type="http://schemas.openxmlformats.org/officeDocument/2006/relationships/image"/><Relationship Id="rId19" Target="../media/image18.svg" Type="http://schemas.openxmlformats.org/officeDocument/2006/relationships/image"/><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5.png" Type="http://schemas.openxmlformats.org/officeDocument/2006/relationships/image"/><Relationship Id="rId7" Target="../media/image6.svg" Type="http://schemas.openxmlformats.org/officeDocument/2006/relationships/image"/><Relationship Id="rId8" Target="../media/image7.png" Type="http://schemas.openxmlformats.org/officeDocument/2006/relationships/image"/><Relationship Id="rId9" Target="../media/image8.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1.png" Type="http://schemas.openxmlformats.org/officeDocument/2006/relationships/image"/><Relationship Id="rId7" Target="../media/image22.svg" Type="http://schemas.openxmlformats.org/officeDocument/2006/relationships/image"/><Relationship Id="rId8" Target="../media/image23.png" Type="http://schemas.openxmlformats.org/officeDocument/2006/relationships/image"/><Relationship Id="rId9" Target="../media/image2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5.png" Type="http://schemas.openxmlformats.org/officeDocument/2006/relationships/image"/><Relationship Id="rId7" Target="../media/image26.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19.png" Type="http://schemas.openxmlformats.org/officeDocument/2006/relationships/image"/><Relationship Id="rId5" Target="../media/image20.svg" Type="http://schemas.openxmlformats.org/officeDocument/2006/relationships/image"/><Relationship Id="rId6" Target="../media/image27.png" Type="http://schemas.openxmlformats.org/officeDocument/2006/relationships/image"/><Relationship Id="rId7" Target="../media/image28.svg" Type="http://schemas.openxmlformats.org/officeDocument/2006/relationships/image"/><Relationship Id="rId8" Target="../media/image29.png" Type="http://schemas.openxmlformats.org/officeDocument/2006/relationships/image"/><Relationship Id="rId9" Target="../media/image30.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1.png" Type="http://schemas.openxmlformats.org/officeDocument/2006/relationships/image"/><Relationship Id="rId7" Target="../media/image32.svg" Type="http://schemas.openxmlformats.org/officeDocument/2006/relationships/image"/><Relationship Id="rId8" Target="../media/image33.png" Type="http://schemas.openxmlformats.org/officeDocument/2006/relationships/image"/><Relationship Id="rId9" Target="../media/image3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23.png" Type="http://schemas.openxmlformats.org/officeDocument/2006/relationships/image"/><Relationship Id="rId7" Target="../media/image24.svg" Type="http://schemas.openxmlformats.org/officeDocument/2006/relationships/image"/><Relationship Id="rId8" Target="../media/image21.png" Type="http://schemas.openxmlformats.org/officeDocument/2006/relationships/image"/><Relationship Id="rId9" Target="../media/image22.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9.png" Type="http://schemas.openxmlformats.org/officeDocument/2006/relationships/image"/><Relationship Id="rId3" Target="../media/image20.svg" Type="http://schemas.openxmlformats.org/officeDocument/2006/relationships/image"/><Relationship Id="rId4" Target="../media/image1.png" Type="http://schemas.openxmlformats.org/officeDocument/2006/relationships/image"/><Relationship Id="rId5" Target="../media/image2.svg" Type="http://schemas.openxmlformats.org/officeDocument/2006/relationships/image"/><Relationship Id="rId6" Target="../media/image33.png" Type="http://schemas.openxmlformats.org/officeDocument/2006/relationships/image"/><Relationship Id="rId7" Target="../media/image34.svg" Type="http://schemas.openxmlformats.org/officeDocument/2006/relationships/image"/><Relationship Id="rId8" Target="../media/image35.png" Type="http://schemas.openxmlformats.org/officeDocument/2006/relationships/image"/><Relationship Id="rId9" Target="../media/image36.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37.jpeg" Type="http://schemas.openxmlformats.org/officeDocument/2006/relationships/image"/><Relationship Id="rId3" Target="../media/image1.png" Type="http://schemas.openxmlformats.org/officeDocument/2006/relationships/image"/><Relationship Id="rId4" Target="../media/image2.svg" Type="http://schemas.openxmlformats.org/officeDocument/2006/relationships/image"/><Relationship Id="rId5" Target="../media/image33.png" Type="http://schemas.openxmlformats.org/officeDocument/2006/relationships/image"/><Relationship Id="rId6" Target="../media/image34.svg" Type="http://schemas.openxmlformats.org/officeDocument/2006/relationships/image"/><Relationship Id="rId7" Target="../media/image38.jpeg" Type="http://schemas.openxmlformats.org/officeDocument/2006/relationships/image"/><Relationship Id="rId8" Target="../media/image39.pn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false" flipV="false" rot="-591004">
            <a:off x="9581993" y="1000174"/>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755965">
            <a:off x="-1305642" y="731692"/>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0">
            <a:off x="1844355" y="5705171"/>
            <a:ext cx="14599291" cy="9163657"/>
          </a:xfrm>
          <a:custGeom>
            <a:avLst/>
            <a:gdLst/>
            <a:ahLst/>
            <a:cxnLst/>
            <a:rect r="r" b="b" t="t" l="l"/>
            <a:pathLst>
              <a:path h="9163657" w="14599291">
                <a:moveTo>
                  <a:pt x="14599290" y="0"/>
                </a:moveTo>
                <a:lnTo>
                  <a:pt x="0" y="0"/>
                </a:lnTo>
                <a:lnTo>
                  <a:pt x="0" y="9163658"/>
                </a:lnTo>
                <a:lnTo>
                  <a:pt x="14599290" y="9163658"/>
                </a:lnTo>
                <a:lnTo>
                  <a:pt x="1459929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5216366" y="5042801"/>
            <a:ext cx="4127261" cy="5717869"/>
          </a:xfrm>
          <a:custGeom>
            <a:avLst/>
            <a:gdLst/>
            <a:ahLst/>
            <a:cxnLst/>
            <a:rect r="r" b="b" t="t" l="l"/>
            <a:pathLst>
              <a:path h="5717869" w="4127261">
                <a:moveTo>
                  <a:pt x="0" y="0"/>
                </a:moveTo>
                <a:lnTo>
                  <a:pt x="4127262" y="0"/>
                </a:lnTo>
                <a:lnTo>
                  <a:pt x="4127262" y="5717869"/>
                </a:lnTo>
                <a:lnTo>
                  <a:pt x="0" y="5717869"/>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9144000" y="4573289"/>
            <a:ext cx="4364916" cy="6187381"/>
          </a:xfrm>
          <a:custGeom>
            <a:avLst/>
            <a:gdLst/>
            <a:ahLst/>
            <a:cxnLst/>
            <a:rect r="r" b="b" t="t" l="l"/>
            <a:pathLst>
              <a:path h="6187381" w="4364916">
                <a:moveTo>
                  <a:pt x="0" y="0"/>
                </a:moveTo>
                <a:lnTo>
                  <a:pt x="4364916" y="0"/>
                </a:lnTo>
                <a:lnTo>
                  <a:pt x="4364916" y="6187381"/>
                </a:lnTo>
                <a:lnTo>
                  <a:pt x="0" y="618738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Freeform 7" id="7"/>
          <p:cNvSpPr/>
          <p:nvPr/>
        </p:nvSpPr>
        <p:spPr>
          <a:xfrm flipH="false" flipV="false" rot="0">
            <a:off x="1487407" y="6174334"/>
            <a:ext cx="3531385" cy="3815463"/>
          </a:xfrm>
          <a:custGeom>
            <a:avLst/>
            <a:gdLst/>
            <a:ahLst/>
            <a:cxnLst/>
            <a:rect r="r" b="b" t="t" l="l"/>
            <a:pathLst>
              <a:path h="3815463" w="3531385">
                <a:moveTo>
                  <a:pt x="0" y="0"/>
                </a:moveTo>
                <a:lnTo>
                  <a:pt x="3531386" y="0"/>
                </a:lnTo>
                <a:lnTo>
                  <a:pt x="3531386" y="3815463"/>
                </a:lnTo>
                <a:lnTo>
                  <a:pt x="0" y="3815463"/>
                </a:lnTo>
                <a:lnTo>
                  <a:pt x="0"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8" id="8"/>
          <p:cNvSpPr/>
          <p:nvPr/>
        </p:nvSpPr>
        <p:spPr>
          <a:xfrm flipH="true" flipV="false" rot="0">
            <a:off x="12543402" y="6083768"/>
            <a:ext cx="3531385" cy="3815463"/>
          </a:xfrm>
          <a:custGeom>
            <a:avLst/>
            <a:gdLst/>
            <a:ahLst/>
            <a:cxnLst/>
            <a:rect r="r" b="b" t="t" l="l"/>
            <a:pathLst>
              <a:path h="3815463" w="3531385">
                <a:moveTo>
                  <a:pt x="3531386" y="0"/>
                </a:moveTo>
                <a:lnTo>
                  <a:pt x="0" y="0"/>
                </a:lnTo>
                <a:lnTo>
                  <a:pt x="0" y="3815463"/>
                </a:lnTo>
                <a:lnTo>
                  <a:pt x="3531386" y="3815463"/>
                </a:lnTo>
                <a:lnTo>
                  <a:pt x="3531386" y="0"/>
                </a:lnTo>
                <a:close/>
              </a:path>
            </a:pathLst>
          </a:custGeom>
          <a:blipFill>
            <a:blip r:embed="rId10">
              <a:extLst>
                <a:ext uri="{96DAC541-7B7A-43D3-8B79-37D633B846F1}">
                  <asvg:svgBlip xmlns:asvg="http://schemas.microsoft.com/office/drawing/2016/SVG/main" r:embed="rId11"/>
                </a:ext>
              </a:extLst>
            </a:blip>
            <a:stretch>
              <a:fillRect l="0" t="0" r="0" b="0"/>
            </a:stretch>
          </a:blipFill>
        </p:spPr>
      </p:sp>
      <p:sp>
        <p:nvSpPr>
          <p:cNvPr name="Freeform 9" id="9"/>
          <p:cNvSpPr/>
          <p:nvPr/>
        </p:nvSpPr>
        <p:spPr>
          <a:xfrm flipH="false" flipV="false" rot="0">
            <a:off x="-436655" y="1657320"/>
            <a:ext cx="3778768" cy="3807323"/>
          </a:xfrm>
          <a:custGeom>
            <a:avLst/>
            <a:gdLst/>
            <a:ahLst/>
            <a:cxnLst/>
            <a:rect r="r" b="b" t="t" l="l"/>
            <a:pathLst>
              <a:path h="3807323" w="3778768">
                <a:moveTo>
                  <a:pt x="0" y="0"/>
                </a:moveTo>
                <a:lnTo>
                  <a:pt x="3778768" y="0"/>
                </a:lnTo>
                <a:lnTo>
                  <a:pt x="3778768" y="3807323"/>
                </a:lnTo>
                <a:lnTo>
                  <a:pt x="0" y="3807323"/>
                </a:lnTo>
                <a:lnTo>
                  <a:pt x="0" y="0"/>
                </a:lnTo>
                <a:close/>
              </a:path>
            </a:pathLst>
          </a:custGeom>
          <a:blipFill>
            <a:blip r:embed="rId12">
              <a:extLst>
                <a:ext uri="{96DAC541-7B7A-43D3-8B79-37D633B846F1}">
                  <asvg:svgBlip xmlns:asvg="http://schemas.microsoft.com/office/drawing/2016/SVG/main" r:embed="rId13"/>
                </a:ext>
              </a:extLst>
            </a:blip>
            <a:stretch>
              <a:fillRect l="0" t="0" r="0" b="0"/>
            </a:stretch>
          </a:blipFill>
        </p:spPr>
      </p:sp>
      <p:sp>
        <p:nvSpPr>
          <p:cNvPr name="Freeform 10" id="10"/>
          <p:cNvSpPr/>
          <p:nvPr/>
        </p:nvSpPr>
        <p:spPr>
          <a:xfrm flipH="false" flipV="false" rot="0">
            <a:off x="538390" y="606533"/>
            <a:ext cx="1828678" cy="1399770"/>
          </a:xfrm>
          <a:custGeom>
            <a:avLst/>
            <a:gdLst/>
            <a:ahLst/>
            <a:cxnLst/>
            <a:rect r="r" b="b" t="t" l="l"/>
            <a:pathLst>
              <a:path h="1399770" w="1828678">
                <a:moveTo>
                  <a:pt x="0" y="0"/>
                </a:moveTo>
                <a:lnTo>
                  <a:pt x="1828678" y="0"/>
                </a:lnTo>
                <a:lnTo>
                  <a:pt x="1828678" y="1399770"/>
                </a:lnTo>
                <a:lnTo>
                  <a:pt x="0" y="1399770"/>
                </a:lnTo>
                <a:lnTo>
                  <a:pt x="0" y="0"/>
                </a:lnTo>
                <a:close/>
              </a:path>
            </a:pathLst>
          </a:custGeom>
          <a:blipFill>
            <a:blip r:embed="rId14">
              <a:extLst>
                <a:ext uri="{96DAC541-7B7A-43D3-8B79-37D633B846F1}">
                  <asvg:svgBlip xmlns:asvg="http://schemas.microsoft.com/office/drawing/2016/SVG/main" r:embed="rId15"/>
                </a:ext>
              </a:extLst>
            </a:blip>
            <a:stretch>
              <a:fillRect l="0" t="0" r="0" b="0"/>
            </a:stretch>
          </a:blipFill>
        </p:spPr>
      </p:sp>
      <p:grpSp>
        <p:nvGrpSpPr>
          <p:cNvPr name="Group 11" id="11"/>
          <p:cNvGrpSpPr/>
          <p:nvPr/>
        </p:nvGrpSpPr>
        <p:grpSpPr>
          <a:xfrm rot="0">
            <a:off x="4460558" y="573066"/>
            <a:ext cx="627698" cy="634365"/>
            <a:chOff x="0" y="0"/>
            <a:chExt cx="836930" cy="845820"/>
          </a:xfrm>
        </p:grpSpPr>
        <p:sp>
          <p:nvSpPr>
            <p:cNvPr name="Freeform 12" id="12"/>
            <p:cNvSpPr/>
            <p:nvPr/>
          </p:nvSpPr>
          <p:spPr>
            <a:xfrm flipH="false" flipV="false" rot="0">
              <a:off x="45720" y="48260"/>
              <a:ext cx="746760" cy="748030"/>
            </a:xfrm>
            <a:custGeom>
              <a:avLst/>
              <a:gdLst/>
              <a:ahLst/>
              <a:cxnLst/>
              <a:rect r="r" b="b" t="t" l="l"/>
              <a:pathLst>
                <a:path h="748030" w="746760">
                  <a:moveTo>
                    <a:pt x="541020" y="712470"/>
                  </a:moveTo>
                  <a:cubicBezTo>
                    <a:pt x="17780" y="205740"/>
                    <a:pt x="15240" y="201930"/>
                    <a:pt x="10160" y="186690"/>
                  </a:cubicBezTo>
                  <a:cubicBezTo>
                    <a:pt x="3810" y="163830"/>
                    <a:pt x="0" y="124460"/>
                    <a:pt x="8890" y="99060"/>
                  </a:cubicBezTo>
                  <a:cubicBezTo>
                    <a:pt x="16510" y="72390"/>
                    <a:pt x="38100" y="44450"/>
                    <a:pt x="59690" y="27940"/>
                  </a:cubicBezTo>
                  <a:cubicBezTo>
                    <a:pt x="82550" y="11430"/>
                    <a:pt x="116840" y="1270"/>
                    <a:pt x="143510" y="2540"/>
                  </a:cubicBezTo>
                  <a:cubicBezTo>
                    <a:pt x="171450" y="3810"/>
                    <a:pt x="207010" y="20320"/>
                    <a:pt x="226060" y="33020"/>
                  </a:cubicBezTo>
                  <a:cubicBezTo>
                    <a:pt x="240030" y="43180"/>
                    <a:pt x="247650" y="52070"/>
                    <a:pt x="255270" y="66040"/>
                  </a:cubicBezTo>
                  <a:cubicBezTo>
                    <a:pt x="266700" y="87630"/>
                    <a:pt x="275590" y="128270"/>
                    <a:pt x="275590" y="151130"/>
                  </a:cubicBezTo>
                  <a:cubicBezTo>
                    <a:pt x="275590" y="168910"/>
                    <a:pt x="273050" y="180340"/>
                    <a:pt x="265430" y="194310"/>
                  </a:cubicBezTo>
                  <a:cubicBezTo>
                    <a:pt x="254000" y="215900"/>
                    <a:pt x="229870" y="246380"/>
                    <a:pt x="205740" y="259080"/>
                  </a:cubicBezTo>
                  <a:cubicBezTo>
                    <a:pt x="181610" y="273050"/>
                    <a:pt x="143510" y="276860"/>
                    <a:pt x="120650" y="275590"/>
                  </a:cubicBezTo>
                  <a:cubicBezTo>
                    <a:pt x="102870" y="274320"/>
                    <a:pt x="91440" y="270510"/>
                    <a:pt x="77470" y="261620"/>
                  </a:cubicBezTo>
                  <a:cubicBezTo>
                    <a:pt x="57150" y="250190"/>
                    <a:pt x="27940" y="224790"/>
                    <a:pt x="16510" y="199390"/>
                  </a:cubicBezTo>
                  <a:cubicBezTo>
                    <a:pt x="3810" y="175260"/>
                    <a:pt x="0" y="139700"/>
                    <a:pt x="5080" y="113030"/>
                  </a:cubicBezTo>
                  <a:cubicBezTo>
                    <a:pt x="10160" y="86360"/>
                    <a:pt x="27940" y="55880"/>
                    <a:pt x="48260" y="36830"/>
                  </a:cubicBezTo>
                  <a:cubicBezTo>
                    <a:pt x="69850" y="19050"/>
                    <a:pt x="105410" y="6350"/>
                    <a:pt x="129540" y="2540"/>
                  </a:cubicBezTo>
                  <a:cubicBezTo>
                    <a:pt x="146050" y="0"/>
                    <a:pt x="157480" y="1270"/>
                    <a:pt x="173990" y="6350"/>
                  </a:cubicBezTo>
                  <a:cubicBezTo>
                    <a:pt x="195580" y="13970"/>
                    <a:pt x="214630" y="27940"/>
                    <a:pt x="246380" y="54610"/>
                  </a:cubicBezTo>
                  <a:cubicBezTo>
                    <a:pt x="337820" y="129540"/>
                    <a:pt x="645160" y="457200"/>
                    <a:pt x="708660" y="537210"/>
                  </a:cubicBezTo>
                  <a:cubicBezTo>
                    <a:pt x="726440" y="560070"/>
                    <a:pt x="734060" y="566420"/>
                    <a:pt x="739140" y="585470"/>
                  </a:cubicBezTo>
                  <a:cubicBezTo>
                    <a:pt x="745490" y="609600"/>
                    <a:pt x="746760" y="646430"/>
                    <a:pt x="736600" y="671830"/>
                  </a:cubicBezTo>
                  <a:cubicBezTo>
                    <a:pt x="726440" y="695960"/>
                    <a:pt x="698500" y="722630"/>
                    <a:pt x="676910" y="734060"/>
                  </a:cubicBezTo>
                  <a:cubicBezTo>
                    <a:pt x="659130" y="744220"/>
                    <a:pt x="641350" y="748030"/>
                    <a:pt x="621030" y="746760"/>
                  </a:cubicBezTo>
                  <a:cubicBezTo>
                    <a:pt x="595630" y="744220"/>
                    <a:pt x="541020" y="712470"/>
                    <a:pt x="541020" y="712470"/>
                  </a:cubicBezTo>
                </a:path>
              </a:pathLst>
            </a:custGeom>
            <a:solidFill>
              <a:srgbClr val="88A3CE"/>
            </a:solidFill>
            <a:ln cap="sq">
              <a:noFill/>
              <a:prstDash val="solid"/>
              <a:miter/>
            </a:ln>
          </p:spPr>
        </p:sp>
      </p:grpSp>
      <p:grpSp>
        <p:nvGrpSpPr>
          <p:cNvPr name="Group 13" id="13"/>
          <p:cNvGrpSpPr/>
          <p:nvPr/>
        </p:nvGrpSpPr>
        <p:grpSpPr>
          <a:xfrm rot="0">
            <a:off x="5068253" y="483531"/>
            <a:ext cx="296228" cy="615315"/>
            <a:chOff x="0" y="0"/>
            <a:chExt cx="394970" cy="820420"/>
          </a:xfrm>
        </p:grpSpPr>
        <p:sp>
          <p:nvSpPr>
            <p:cNvPr name="Freeform 14" id="14"/>
            <p:cNvSpPr/>
            <p:nvPr/>
          </p:nvSpPr>
          <p:spPr>
            <a:xfrm flipH="false" flipV="false" rot="0">
              <a:off x="48260" y="49530"/>
              <a:ext cx="311150" cy="722630"/>
            </a:xfrm>
            <a:custGeom>
              <a:avLst/>
              <a:gdLst/>
              <a:ahLst/>
              <a:cxnLst/>
              <a:rect r="r" b="b" t="t" l="l"/>
              <a:pathLst>
                <a:path h="722630" w="311150">
                  <a:moveTo>
                    <a:pt x="66040" y="626110"/>
                  </a:moveTo>
                  <a:cubicBezTo>
                    <a:pt x="2540" y="208280"/>
                    <a:pt x="11430" y="87630"/>
                    <a:pt x="33020" y="48260"/>
                  </a:cubicBezTo>
                  <a:cubicBezTo>
                    <a:pt x="40640" y="31750"/>
                    <a:pt x="49530" y="27940"/>
                    <a:pt x="63500" y="20320"/>
                  </a:cubicBezTo>
                  <a:cubicBezTo>
                    <a:pt x="83820" y="10160"/>
                    <a:pt x="118110" y="0"/>
                    <a:pt x="143510" y="2540"/>
                  </a:cubicBezTo>
                  <a:cubicBezTo>
                    <a:pt x="168910" y="5080"/>
                    <a:pt x="199390" y="19050"/>
                    <a:pt x="218440" y="36830"/>
                  </a:cubicBezTo>
                  <a:cubicBezTo>
                    <a:pt x="237490" y="53340"/>
                    <a:pt x="252730" y="82550"/>
                    <a:pt x="257810" y="107950"/>
                  </a:cubicBezTo>
                  <a:cubicBezTo>
                    <a:pt x="261620" y="133350"/>
                    <a:pt x="256540" y="166370"/>
                    <a:pt x="245110" y="189230"/>
                  </a:cubicBezTo>
                  <a:cubicBezTo>
                    <a:pt x="232410" y="212090"/>
                    <a:pt x="204470" y="234950"/>
                    <a:pt x="185420" y="246380"/>
                  </a:cubicBezTo>
                  <a:cubicBezTo>
                    <a:pt x="172720" y="254000"/>
                    <a:pt x="161290" y="256540"/>
                    <a:pt x="146050" y="257810"/>
                  </a:cubicBezTo>
                  <a:cubicBezTo>
                    <a:pt x="124460" y="257810"/>
                    <a:pt x="85090" y="250190"/>
                    <a:pt x="66040" y="240030"/>
                  </a:cubicBezTo>
                  <a:cubicBezTo>
                    <a:pt x="52070" y="233680"/>
                    <a:pt x="43180" y="226060"/>
                    <a:pt x="34290" y="214630"/>
                  </a:cubicBezTo>
                  <a:cubicBezTo>
                    <a:pt x="20320" y="196850"/>
                    <a:pt x="6350" y="160020"/>
                    <a:pt x="2540" y="138430"/>
                  </a:cubicBezTo>
                  <a:cubicBezTo>
                    <a:pt x="0" y="123190"/>
                    <a:pt x="1270" y="111760"/>
                    <a:pt x="7620" y="96520"/>
                  </a:cubicBezTo>
                  <a:cubicBezTo>
                    <a:pt x="13970" y="76200"/>
                    <a:pt x="31750" y="44450"/>
                    <a:pt x="52070" y="29210"/>
                  </a:cubicBezTo>
                  <a:cubicBezTo>
                    <a:pt x="72390" y="12700"/>
                    <a:pt x="107950" y="3810"/>
                    <a:pt x="129540" y="1270"/>
                  </a:cubicBezTo>
                  <a:cubicBezTo>
                    <a:pt x="146050" y="0"/>
                    <a:pt x="156210" y="2540"/>
                    <a:pt x="171450" y="7620"/>
                  </a:cubicBezTo>
                  <a:cubicBezTo>
                    <a:pt x="191770" y="16510"/>
                    <a:pt x="222250" y="35560"/>
                    <a:pt x="236220" y="57150"/>
                  </a:cubicBezTo>
                  <a:cubicBezTo>
                    <a:pt x="251460" y="78740"/>
                    <a:pt x="260350" y="110490"/>
                    <a:pt x="259080" y="135890"/>
                  </a:cubicBezTo>
                  <a:cubicBezTo>
                    <a:pt x="257810" y="161290"/>
                    <a:pt x="227330" y="210820"/>
                    <a:pt x="229870" y="212090"/>
                  </a:cubicBezTo>
                  <a:cubicBezTo>
                    <a:pt x="231140" y="213360"/>
                    <a:pt x="243840" y="182880"/>
                    <a:pt x="250190" y="185420"/>
                  </a:cubicBezTo>
                  <a:cubicBezTo>
                    <a:pt x="273050" y="191770"/>
                    <a:pt x="311150" y="562610"/>
                    <a:pt x="294640" y="636270"/>
                  </a:cubicBezTo>
                  <a:cubicBezTo>
                    <a:pt x="289560" y="661670"/>
                    <a:pt x="280670" y="670560"/>
                    <a:pt x="266700" y="684530"/>
                  </a:cubicBezTo>
                  <a:cubicBezTo>
                    <a:pt x="248920" y="701040"/>
                    <a:pt x="217170" y="717550"/>
                    <a:pt x="190500" y="720090"/>
                  </a:cubicBezTo>
                  <a:cubicBezTo>
                    <a:pt x="165100" y="722630"/>
                    <a:pt x="132080" y="712470"/>
                    <a:pt x="110490" y="695960"/>
                  </a:cubicBezTo>
                  <a:cubicBezTo>
                    <a:pt x="90170" y="680720"/>
                    <a:pt x="66040" y="626110"/>
                    <a:pt x="66040" y="626110"/>
                  </a:cubicBezTo>
                </a:path>
              </a:pathLst>
            </a:custGeom>
            <a:solidFill>
              <a:srgbClr val="88A3CE"/>
            </a:solidFill>
            <a:ln cap="sq">
              <a:noFill/>
              <a:prstDash val="solid"/>
              <a:miter/>
            </a:ln>
          </p:spPr>
        </p:sp>
      </p:grpSp>
      <p:grpSp>
        <p:nvGrpSpPr>
          <p:cNvPr name="Group 15" id="15"/>
          <p:cNvGrpSpPr/>
          <p:nvPr/>
        </p:nvGrpSpPr>
        <p:grpSpPr>
          <a:xfrm rot="0">
            <a:off x="4470082" y="1228386"/>
            <a:ext cx="592455" cy="303847"/>
            <a:chOff x="0" y="0"/>
            <a:chExt cx="789940" cy="405130"/>
          </a:xfrm>
        </p:grpSpPr>
        <p:sp>
          <p:nvSpPr>
            <p:cNvPr name="Freeform 16" id="16"/>
            <p:cNvSpPr/>
            <p:nvPr/>
          </p:nvSpPr>
          <p:spPr>
            <a:xfrm flipH="false" flipV="false" rot="0">
              <a:off x="48260" y="48260"/>
              <a:ext cx="692150" cy="309880"/>
            </a:xfrm>
            <a:custGeom>
              <a:avLst/>
              <a:gdLst/>
              <a:ahLst/>
              <a:cxnLst/>
              <a:rect r="r" b="b" t="t" l="l"/>
              <a:pathLst>
                <a:path h="309880" w="692150">
                  <a:moveTo>
                    <a:pt x="553720" y="278130"/>
                  </a:moveTo>
                  <a:cubicBezTo>
                    <a:pt x="351790" y="256540"/>
                    <a:pt x="271780" y="250190"/>
                    <a:pt x="234950" y="262890"/>
                  </a:cubicBezTo>
                  <a:cubicBezTo>
                    <a:pt x="214630" y="270510"/>
                    <a:pt x="210820" y="288290"/>
                    <a:pt x="191770" y="294640"/>
                  </a:cubicBezTo>
                  <a:cubicBezTo>
                    <a:pt x="170180" y="303530"/>
                    <a:pt x="133350" y="309880"/>
                    <a:pt x="106680" y="303530"/>
                  </a:cubicBezTo>
                  <a:cubicBezTo>
                    <a:pt x="80010" y="297180"/>
                    <a:pt x="49530" y="275590"/>
                    <a:pt x="33020" y="259080"/>
                  </a:cubicBezTo>
                  <a:cubicBezTo>
                    <a:pt x="21590" y="246380"/>
                    <a:pt x="16510" y="234950"/>
                    <a:pt x="11430" y="220980"/>
                  </a:cubicBezTo>
                  <a:cubicBezTo>
                    <a:pt x="6350" y="207010"/>
                    <a:pt x="1270" y="194310"/>
                    <a:pt x="2540" y="177800"/>
                  </a:cubicBezTo>
                  <a:cubicBezTo>
                    <a:pt x="3810" y="154940"/>
                    <a:pt x="10160" y="118110"/>
                    <a:pt x="26670" y="95250"/>
                  </a:cubicBezTo>
                  <a:cubicBezTo>
                    <a:pt x="41910" y="73660"/>
                    <a:pt x="69850" y="52070"/>
                    <a:pt x="95250" y="44450"/>
                  </a:cubicBezTo>
                  <a:cubicBezTo>
                    <a:pt x="120650" y="35560"/>
                    <a:pt x="158750" y="39370"/>
                    <a:pt x="181610" y="45720"/>
                  </a:cubicBezTo>
                  <a:cubicBezTo>
                    <a:pt x="196850" y="49530"/>
                    <a:pt x="207010" y="54610"/>
                    <a:pt x="219710" y="66040"/>
                  </a:cubicBezTo>
                  <a:cubicBezTo>
                    <a:pt x="236220" y="81280"/>
                    <a:pt x="260350" y="111760"/>
                    <a:pt x="266700" y="137160"/>
                  </a:cubicBezTo>
                  <a:cubicBezTo>
                    <a:pt x="274320" y="163830"/>
                    <a:pt x="271780" y="198120"/>
                    <a:pt x="261620" y="223520"/>
                  </a:cubicBezTo>
                  <a:cubicBezTo>
                    <a:pt x="251460" y="248920"/>
                    <a:pt x="228600" y="274320"/>
                    <a:pt x="205740" y="288290"/>
                  </a:cubicBezTo>
                  <a:cubicBezTo>
                    <a:pt x="181610" y="302260"/>
                    <a:pt x="148590" y="309880"/>
                    <a:pt x="120650" y="306070"/>
                  </a:cubicBezTo>
                  <a:cubicBezTo>
                    <a:pt x="93980" y="303530"/>
                    <a:pt x="63500" y="288290"/>
                    <a:pt x="43180" y="269240"/>
                  </a:cubicBezTo>
                  <a:cubicBezTo>
                    <a:pt x="24130" y="250190"/>
                    <a:pt x="8890" y="215900"/>
                    <a:pt x="3810" y="193040"/>
                  </a:cubicBezTo>
                  <a:cubicBezTo>
                    <a:pt x="0" y="176530"/>
                    <a:pt x="0" y="165100"/>
                    <a:pt x="3810" y="148590"/>
                  </a:cubicBezTo>
                  <a:cubicBezTo>
                    <a:pt x="10160" y="127000"/>
                    <a:pt x="29210" y="93980"/>
                    <a:pt x="45720" y="73660"/>
                  </a:cubicBezTo>
                  <a:cubicBezTo>
                    <a:pt x="59690" y="55880"/>
                    <a:pt x="71120" y="43180"/>
                    <a:pt x="93980" y="31750"/>
                  </a:cubicBezTo>
                  <a:cubicBezTo>
                    <a:pt x="132080" y="13970"/>
                    <a:pt x="207010" y="6350"/>
                    <a:pt x="264160" y="2540"/>
                  </a:cubicBezTo>
                  <a:cubicBezTo>
                    <a:pt x="322580" y="0"/>
                    <a:pt x="383540" y="7620"/>
                    <a:pt x="441960" y="15240"/>
                  </a:cubicBezTo>
                  <a:cubicBezTo>
                    <a:pt x="501650" y="22860"/>
                    <a:pt x="575310" y="27940"/>
                    <a:pt x="617220" y="49530"/>
                  </a:cubicBezTo>
                  <a:cubicBezTo>
                    <a:pt x="645160" y="63500"/>
                    <a:pt x="666750" y="86360"/>
                    <a:pt x="678180" y="106680"/>
                  </a:cubicBezTo>
                  <a:cubicBezTo>
                    <a:pt x="688340" y="124460"/>
                    <a:pt x="692150" y="143510"/>
                    <a:pt x="690880" y="162560"/>
                  </a:cubicBezTo>
                  <a:cubicBezTo>
                    <a:pt x="688340" y="186690"/>
                    <a:pt x="674370" y="222250"/>
                    <a:pt x="657860" y="241300"/>
                  </a:cubicBezTo>
                  <a:cubicBezTo>
                    <a:pt x="645160" y="256540"/>
                    <a:pt x="627380" y="266700"/>
                    <a:pt x="610870" y="273050"/>
                  </a:cubicBezTo>
                  <a:cubicBezTo>
                    <a:pt x="593090" y="278130"/>
                    <a:pt x="553720" y="278130"/>
                    <a:pt x="553720" y="278130"/>
                  </a:cubicBezTo>
                </a:path>
              </a:pathLst>
            </a:custGeom>
            <a:solidFill>
              <a:srgbClr val="88A3CE"/>
            </a:solidFill>
            <a:ln cap="sq">
              <a:noFill/>
              <a:prstDash val="solid"/>
              <a:miter/>
            </a:ln>
          </p:spPr>
        </p:sp>
      </p:grpSp>
      <p:grpSp>
        <p:nvGrpSpPr>
          <p:cNvPr name="Group 17" id="17"/>
          <p:cNvGrpSpPr/>
          <p:nvPr/>
        </p:nvGrpSpPr>
        <p:grpSpPr>
          <a:xfrm rot="-5466542">
            <a:off x="13171488" y="957477"/>
            <a:ext cx="552469" cy="522858"/>
            <a:chOff x="0" y="0"/>
            <a:chExt cx="900430" cy="852170"/>
          </a:xfrm>
        </p:grpSpPr>
        <p:sp>
          <p:nvSpPr>
            <p:cNvPr name="Freeform 18" id="18"/>
            <p:cNvSpPr/>
            <p:nvPr/>
          </p:nvSpPr>
          <p:spPr>
            <a:xfrm flipH="false" flipV="false" rot="0">
              <a:off x="45720" y="48260"/>
              <a:ext cx="807720" cy="755650"/>
            </a:xfrm>
            <a:custGeom>
              <a:avLst/>
              <a:gdLst/>
              <a:ahLst/>
              <a:cxnLst/>
              <a:rect r="r" b="b" t="t" l="l"/>
              <a:pathLst>
                <a:path h="755650" w="807720">
                  <a:moveTo>
                    <a:pt x="208280" y="41910"/>
                  </a:moveTo>
                  <a:cubicBezTo>
                    <a:pt x="571500" y="396240"/>
                    <a:pt x="746760" y="495300"/>
                    <a:pt x="786130" y="544830"/>
                  </a:cubicBezTo>
                  <a:cubicBezTo>
                    <a:pt x="798830" y="561340"/>
                    <a:pt x="800100" y="568960"/>
                    <a:pt x="802640" y="585470"/>
                  </a:cubicBezTo>
                  <a:cubicBezTo>
                    <a:pt x="806450" y="608330"/>
                    <a:pt x="805180" y="646430"/>
                    <a:pt x="795020" y="671830"/>
                  </a:cubicBezTo>
                  <a:cubicBezTo>
                    <a:pt x="783590" y="697230"/>
                    <a:pt x="759460" y="722630"/>
                    <a:pt x="735330" y="735330"/>
                  </a:cubicBezTo>
                  <a:cubicBezTo>
                    <a:pt x="711200" y="749300"/>
                    <a:pt x="676910" y="755650"/>
                    <a:pt x="650240" y="750570"/>
                  </a:cubicBezTo>
                  <a:cubicBezTo>
                    <a:pt x="622300" y="746760"/>
                    <a:pt x="591820" y="731520"/>
                    <a:pt x="572770" y="711200"/>
                  </a:cubicBezTo>
                  <a:cubicBezTo>
                    <a:pt x="553720" y="692150"/>
                    <a:pt x="539750" y="655320"/>
                    <a:pt x="534670" y="632460"/>
                  </a:cubicBezTo>
                  <a:cubicBezTo>
                    <a:pt x="532130" y="615950"/>
                    <a:pt x="533400" y="603250"/>
                    <a:pt x="537210" y="589280"/>
                  </a:cubicBezTo>
                  <a:cubicBezTo>
                    <a:pt x="539750" y="574040"/>
                    <a:pt x="543560" y="561340"/>
                    <a:pt x="552450" y="547370"/>
                  </a:cubicBezTo>
                  <a:cubicBezTo>
                    <a:pt x="566420" y="528320"/>
                    <a:pt x="593090" y="501650"/>
                    <a:pt x="618490" y="490220"/>
                  </a:cubicBezTo>
                  <a:cubicBezTo>
                    <a:pt x="643890" y="480060"/>
                    <a:pt x="681990" y="480060"/>
                    <a:pt x="704850" y="485140"/>
                  </a:cubicBezTo>
                  <a:cubicBezTo>
                    <a:pt x="721360" y="487680"/>
                    <a:pt x="731520" y="492760"/>
                    <a:pt x="745490" y="502920"/>
                  </a:cubicBezTo>
                  <a:cubicBezTo>
                    <a:pt x="763270" y="516890"/>
                    <a:pt x="789940" y="544830"/>
                    <a:pt x="798830" y="571500"/>
                  </a:cubicBezTo>
                  <a:cubicBezTo>
                    <a:pt x="807720" y="596900"/>
                    <a:pt x="807720" y="632460"/>
                    <a:pt x="800100" y="657860"/>
                  </a:cubicBezTo>
                  <a:cubicBezTo>
                    <a:pt x="791210" y="684530"/>
                    <a:pt x="770890" y="712470"/>
                    <a:pt x="748030" y="727710"/>
                  </a:cubicBezTo>
                  <a:cubicBezTo>
                    <a:pt x="725170" y="744220"/>
                    <a:pt x="688340" y="751840"/>
                    <a:pt x="664210" y="751840"/>
                  </a:cubicBezTo>
                  <a:cubicBezTo>
                    <a:pt x="647700" y="753110"/>
                    <a:pt x="638810" y="749300"/>
                    <a:pt x="621030" y="742950"/>
                  </a:cubicBezTo>
                  <a:cubicBezTo>
                    <a:pt x="594360" y="732790"/>
                    <a:pt x="552450" y="708660"/>
                    <a:pt x="518160" y="684530"/>
                  </a:cubicBezTo>
                  <a:cubicBezTo>
                    <a:pt x="481330" y="659130"/>
                    <a:pt x="450850" y="635000"/>
                    <a:pt x="407670" y="594360"/>
                  </a:cubicBezTo>
                  <a:cubicBezTo>
                    <a:pt x="335280" y="530860"/>
                    <a:pt x="210820" y="405130"/>
                    <a:pt x="139700" y="326390"/>
                  </a:cubicBezTo>
                  <a:cubicBezTo>
                    <a:pt x="87630" y="270510"/>
                    <a:pt x="33020" y="220980"/>
                    <a:pt x="13970" y="175260"/>
                  </a:cubicBezTo>
                  <a:cubicBezTo>
                    <a:pt x="1270" y="144780"/>
                    <a:pt x="0" y="115570"/>
                    <a:pt x="5080" y="91440"/>
                  </a:cubicBezTo>
                  <a:cubicBezTo>
                    <a:pt x="7620" y="72390"/>
                    <a:pt x="19050" y="54610"/>
                    <a:pt x="30480" y="41910"/>
                  </a:cubicBezTo>
                  <a:cubicBezTo>
                    <a:pt x="43180" y="27940"/>
                    <a:pt x="60960" y="16510"/>
                    <a:pt x="77470" y="10160"/>
                  </a:cubicBezTo>
                  <a:cubicBezTo>
                    <a:pt x="95250" y="2540"/>
                    <a:pt x="114300" y="0"/>
                    <a:pt x="134620" y="2540"/>
                  </a:cubicBezTo>
                  <a:cubicBezTo>
                    <a:pt x="157480" y="7620"/>
                    <a:pt x="208280" y="41910"/>
                    <a:pt x="208280" y="41910"/>
                  </a:cubicBezTo>
                </a:path>
              </a:pathLst>
            </a:custGeom>
            <a:solidFill>
              <a:srgbClr val="88A3CE"/>
            </a:solidFill>
            <a:ln cap="sq">
              <a:noFill/>
              <a:prstDash val="solid"/>
              <a:miter/>
            </a:ln>
          </p:spPr>
        </p:sp>
      </p:grpSp>
      <p:grpSp>
        <p:nvGrpSpPr>
          <p:cNvPr name="Group 19" id="19"/>
          <p:cNvGrpSpPr/>
          <p:nvPr/>
        </p:nvGrpSpPr>
        <p:grpSpPr>
          <a:xfrm rot="-5466542">
            <a:off x="12755985" y="971838"/>
            <a:ext cx="621819" cy="241559"/>
            <a:chOff x="0" y="0"/>
            <a:chExt cx="1013460" cy="393700"/>
          </a:xfrm>
        </p:grpSpPr>
        <p:sp>
          <p:nvSpPr>
            <p:cNvPr name="Freeform 20" id="20"/>
            <p:cNvSpPr/>
            <p:nvPr/>
          </p:nvSpPr>
          <p:spPr>
            <a:xfrm flipH="false" flipV="false" rot="0">
              <a:off x="49530" y="46990"/>
              <a:ext cx="918210" cy="308610"/>
            </a:xfrm>
            <a:custGeom>
              <a:avLst/>
              <a:gdLst/>
              <a:ahLst/>
              <a:cxnLst/>
              <a:rect r="r" b="b" t="t" l="l"/>
              <a:pathLst>
                <a:path h="308610" w="918210">
                  <a:moveTo>
                    <a:pt x="124460" y="46990"/>
                  </a:moveTo>
                  <a:cubicBezTo>
                    <a:pt x="711200" y="30480"/>
                    <a:pt x="711200" y="19050"/>
                    <a:pt x="726440" y="13970"/>
                  </a:cubicBezTo>
                  <a:cubicBezTo>
                    <a:pt x="749300" y="6350"/>
                    <a:pt x="786130" y="0"/>
                    <a:pt x="812800" y="6350"/>
                  </a:cubicBezTo>
                  <a:cubicBezTo>
                    <a:pt x="839470" y="12700"/>
                    <a:pt x="869950" y="35560"/>
                    <a:pt x="885190" y="52070"/>
                  </a:cubicBezTo>
                  <a:cubicBezTo>
                    <a:pt x="896620" y="63500"/>
                    <a:pt x="902970" y="73660"/>
                    <a:pt x="906780" y="90170"/>
                  </a:cubicBezTo>
                  <a:cubicBezTo>
                    <a:pt x="913130" y="111760"/>
                    <a:pt x="918210" y="149860"/>
                    <a:pt x="909320" y="175260"/>
                  </a:cubicBezTo>
                  <a:cubicBezTo>
                    <a:pt x="901700" y="201930"/>
                    <a:pt x="881380" y="229870"/>
                    <a:pt x="859790" y="246380"/>
                  </a:cubicBezTo>
                  <a:cubicBezTo>
                    <a:pt x="838200" y="261620"/>
                    <a:pt x="801370" y="270510"/>
                    <a:pt x="777240" y="271780"/>
                  </a:cubicBezTo>
                  <a:cubicBezTo>
                    <a:pt x="760730" y="273050"/>
                    <a:pt x="749300" y="270510"/>
                    <a:pt x="735330" y="264160"/>
                  </a:cubicBezTo>
                  <a:cubicBezTo>
                    <a:pt x="713740" y="254000"/>
                    <a:pt x="681990" y="232410"/>
                    <a:pt x="668020" y="209550"/>
                  </a:cubicBezTo>
                  <a:cubicBezTo>
                    <a:pt x="652780" y="186690"/>
                    <a:pt x="643890" y="153670"/>
                    <a:pt x="646430" y="127000"/>
                  </a:cubicBezTo>
                  <a:cubicBezTo>
                    <a:pt x="648970" y="99060"/>
                    <a:pt x="661670" y="67310"/>
                    <a:pt x="679450" y="46990"/>
                  </a:cubicBezTo>
                  <a:cubicBezTo>
                    <a:pt x="698500" y="26670"/>
                    <a:pt x="732790" y="11430"/>
                    <a:pt x="754380" y="5080"/>
                  </a:cubicBezTo>
                  <a:cubicBezTo>
                    <a:pt x="770890" y="0"/>
                    <a:pt x="782320" y="0"/>
                    <a:pt x="798830" y="3810"/>
                  </a:cubicBezTo>
                  <a:cubicBezTo>
                    <a:pt x="820420" y="7620"/>
                    <a:pt x="857250" y="26670"/>
                    <a:pt x="875030" y="40640"/>
                  </a:cubicBezTo>
                  <a:cubicBezTo>
                    <a:pt x="887730" y="52070"/>
                    <a:pt x="895350" y="60960"/>
                    <a:pt x="901700" y="76200"/>
                  </a:cubicBezTo>
                  <a:cubicBezTo>
                    <a:pt x="909320" y="97790"/>
                    <a:pt x="918210" y="134620"/>
                    <a:pt x="913130" y="161290"/>
                  </a:cubicBezTo>
                  <a:cubicBezTo>
                    <a:pt x="908050" y="187960"/>
                    <a:pt x="896620" y="217170"/>
                    <a:pt x="871220" y="236220"/>
                  </a:cubicBezTo>
                  <a:cubicBezTo>
                    <a:pt x="829310" y="269240"/>
                    <a:pt x="735330" y="284480"/>
                    <a:pt x="651510" y="295910"/>
                  </a:cubicBezTo>
                  <a:cubicBezTo>
                    <a:pt x="544830" y="308610"/>
                    <a:pt x="383540" y="297180"/>
                    <a:pt x="279400" y="292100"/>
                  </a:cubicBezTo>
                  <a:cubicBezTo>
                    <a:pt x="204470" y="289560"/>
                    <a:pt x="132080" y="294640"/>
                    <a:pt x="85090" y="278130"/>
                  </a:cubicBezTo>
                  <a:cubicBezTo>
                    <a:pt x="55880" y="265430"/>
                    <a:pt x="33020" y="246380"/>
                    <a:pt x="19050" y="227330"/>
                  </a:cubicBezTo>
                  <a:cubicBezTo>
                    <a:pt x="7620" y="210820"/>
                    <a:pt x="2540" y="191770"/>
                    <a:pt x="1270" y="172720"/>
                  </a:cubicBezTo>
                  <a:cubicBezTo>
                    <a:pt x="0" y="154940"/>
                    <a:pt x="3810" y="134620"/>
                    <a:pt x="11430" y="118110"/>
                  </a:cubicBezTo>
                  <a:cubicBezTo>
                    <a:pt x="19050" y="100330"/>
                    <a:pt x="29210" y="83820"/>
                    <a:pt x="45720" y="72390"/>
                  </a:cubicBezTo>
                  <a:cubicBezTo>
                    <a:pt x="64770" y="58420"/>
                    <a:pt x="124460" y="46990"/>
                    <a:pt x="124460" y="46990"/>
                  </a:cubicBezTo>
                </a:path>
              </a:pathLst>
            </a:custGeom>
            <a:solidFill>
              <a:srgbClr val="88A3CE"/>
            </a:solidFill>
            <a:ln cap="sq">
              <a:noFill/>
              <a:prstDash val="solid"/>
              <a:miter/>
            </a:ln>
          </p:spPr>
        </p:sp>
      </p:grpSp>
      <p:grpSp>
        <p:nvGrpSpPr>
          <p:cNvPr name="Group 21" id="21"/>
          <p:cNvGrpSpPr/>
          <p:nvPr/>
        </p:nvGrpSpPr>
        <p:grpSpPr>
          <a:xfrm rot="-5466542">
            <a:off x="13425147" y="1315976"/>
            <a:ext cx="287533" cy="490131"/>
            <a:chOff x="0" y="0"/>
            <a:chExt cx="468630" cy="798830"/>
          </a:xfrm>
        </p:grpSpPr>
        <p:sp>
          <p:nvSpPr>
            <p:cNvPr name="Freeform 22" id="22"/>
            <p:cNvSpPr/>
            <p:nvPr/>
          </p:nvSpPr>
          <p:spPr>
            <a:xfrm flipH="false" flipV="false" rot="0">
              <a:off x="44450" y="43180"/>
              <a:ext cx="379730" cy="706120"/>
            </a:xfrm>
            <a:custGeom>
              <a:avLst/>
              <a:gdLst/>
              <a:ahLst/>
              <a:cxnLst/>
              <a:rect r="r" b="b" t="t" l="l"/>
              <a:pathLst>
                <a:path h="706120" w="379730">
                  <a:moveTo>
                    <a:pt x="236220" y="106680"/>
                  </a:moveTo>
                  <a:cubicBezTo>
                    <a:pt x="299720" y="463550"/>
                    <a:pt x="356870" y="494030"/>
                    <a:pt x="369570" y="533400"/>
                  </a:cubicBezTo>
                  <a:cubicBezTo>
                    <a:pt x="379730" y="562610"/>
                    <a:pt x="377190" y="591820"/>
                    <a:pt x="369570" y="617220"/>
                  </a:cubicBezTo>
                  <a:cubicBezTo>
                    <a:pt x="360680" y="641350"/>
                    <a:pt x="339090" y="668020"/>
                    <a:pt x="317500" y="683260"/>
                  </a:cubicBezTo>
                  <a:cubicBezTo>
                    <a:pt x="295910" y="697230"/>
                    <a:pt x="262890" y="706120"/>
                    <a:pt x="236220" y="703580"/>
                  </a:cubicBezTo>
                  <a:cubicBezTo>
                    <a:pt x="210820" y="702310"/>
                    <a:pt x="179070" y="689610"/>
                    <a:pt x="160020" y="671830"/>
                  </a:cubicBezTo>
                  <a:cubicBezTo>
                    <a:pt x="139700" y="655320"/>
                    <a:pt x="121920" y="626110"/>
                    <a:pt x="116840" y="599440"/>
                  </a:cubicBezTo>
                  <a:cubicBezTo>
                    <a:pt x="111760" y="574040"/>
                    <a:pt x="119380" y="538480"/>
                    <a:pt x="127000" y="516890"/>
                  </a:cubicBezTo>
                  <a:cubicBezTo>
                    <a:pt x="133350" y="501650"/>
                    <a:pt x="139700" y="492760"/>
                    <a:pt x="151130" y="482600"/>
                  </a:cubicBezTo>
                  <a:cubicBezTo>
                    <a:pt x="168910" y="467360"/>
                    <a:pt x="203200" y="449580"/>
                    <a:pt x="226060" y="444500"/>
                  </a:cubicBezTo>
                  <a:cubicBezTo>
                    <a:pt x="241300" y="440690"/>
                    <a:pt x="252730" y="440690"/>
                    <a:pt x="267970" y="444500"/>
                  </a:cubicBezTo>
                  <a:cubicBezTo>
                    <a:pt x="289560" y="449580"/>
                    <a:pt x="325120" y="469900"/>
                    <a:pt x="341630" y="485140"/>
                  </a:cubicBezTo>
                  <a:cubicBezTo>
                    <a:pt x="353060" y="495300"/>
                    <a:pt x="359410" y="504190"/>
                    <a:pt x="364490" y="519430"/>
                  </a:cubicBezTo>
                  <a:cubicBezTo>
                    <a:pt x="372110" y="541020"/>
                    <a:pt x="375920" y="580390"/>
                    <a:pt x="373380" y="603250"/>
                  </a:cubicBezTo>
                  <a:cubicBezTo>
                    <a:pt x="370840" y="618490"/>
                    <a:pt x="365760" y="629920"/>
                    <a:pt x="356870" y="642620"/>
                  </a:cubicBezTo>
                  <a:cubicBezTo>
                    <a:pt x="342900" y="660400"/>
                    <a:pt x="312420" y="685800"/>
                    <a:pt x="292100" y="695960"/>
                  </a:cubicBezTo>
                  <a:cubicBezTo>
                    <a:pt x="278130" y="702310"/>
                    <a:pt x="266700" y="704850"/>
                    <a:pt x="251460" y="704850"/>
                  </a:cubicBezTo>
                  <a:cubicBezTo>
                    <a:pt x="228600" y="703580"/>
                    <a:pt x="198120" y="695960"/>
                    <a:pt x="170180" y="680720"/>
                  </a:cubicBezTo>
                  <a:cubicBezTo>
                    <a:pt x="135890" y="662940"/>
                    <a:pt x="90170" y="631190"/>
                    <a:pt x="67310" y="594360"/>
                  </a:cubicBezTo>
                  <a:cubicBezTo>
                    <a:pt x="43180" y="554990"/>
                    <a:pt x="41910" y="508000"/>
                    <a:pt x="31750" y="449580"/>
                  </a:cubicBezTo>
                  <a:cubicBezTo>
                    <a:pt x="19050" y="364490"/>
                    <a:pt x="0" y="200660"/>
                    <a:pt x="6350" y="130810"/>
                  </a:cubicBezTo>
                  <a:cubicBezTo>
                    <a:pt x="10160" y="95250"/>
                    <a:pt x="15240" y="71120"/>
                    <a:pt x="27940" y="52070"/>
                  </a:cubicBezTo>
                  <a:cubicBezTo>
                    <a:pt x="38100" y="35560"/>
                    <a:pt x="52070" y="22860"/>
                    <a:pt x="69850" y="15240"/>
                  </a:cubicBezTo>
                  <a:cubicBezTo>
                    <a:pt x="91440" y="6350"/>
                    <a:pt x="125730" y="0"/>
                    <a:pt x="151130" y="7620"/>
                  </a:cubicBezTo>
                  <a:cubicBezTo>
                    <a:pt x="175260" y="13970"/>
                    <a:pt x="203200" y="35560"/>
                    <a:pt x="217170" y="54610"/>
                  </a:cubicBezTo>
                  <a:cubicBezTo>
                    <a:pt x="228600" y="69850"/>
                    <a:pt x="236220" y="106680"/>
                    <a:pt x="236220" y="106680"/>
                  </a:cubicBezTo>
                </a:path>
              </a:pathLst>
            </a:custGeom>
            <a:solidFill>
              <a:srgbClr val="88A3CE"/>
            </a:solidFill>
            <a:ln cap="sq">
              <a:noFill/>
              <a:prstDash val="solid"/>
              <a:miter/>
            </a:ln>
          </p:spPr>
        </p:sp>
      </p:grpSp>
      <p:sp>
        <p:nvSpPr>
          <p:cNvPr name="Freeform 23" id="23"/>
          <p:cNvSpPr/>
          <p:nvPr/>
        </p:nvSpPr>
        <p:spPr>
          <a:xfrm flipH="false" flipV="false" rot="0">
            <a:off x="15412853" y="-367037"/>
            <a:ext cx="3692894" cy="2316452"/>
          </a:xfrm>
          <a:custGeom>
            <a:avLst/>
            <a:gdLst/>
            <a:ahLst/>
            <a:cxnLst/>
            <a:rect r="r" b="b" t="t" l="l"/>
            <a:pathLst>
              <a:path h="2316452" w="3692894">
                <a:moveTo>
                  <a:pt x="0" y="0"/>
                </a:moveTo>
                <a:lnTo>
                  <a:pt x="3692894" y="0"/>
                </a:lnTo>
                <a:lnTo>
                  <a:pt x="3692894" y="2316451"/>
                </a:lnTo>
                <a:lnTo>
                  <a:pt x="0" y="2316451"/>
                </a:lnTo>
                <a:lnTo>
                  <a:pt x="0" y="0"/>
                </a:lnTo>
                <a:close/>
              </a:path>
            </a:pathLst>
          </a:custGeom>
          <a:blipFill>
            <a:blip r:embed="rId16">
              <a:extLst>
                <a:ext uri="{96DAC541-7B7A-43D3-8B79-37D633B846F1}">
                  <asvg:svgBlip xmlns:asvg="http://schemas.microsoft.com/office/drawing/2016/SVG/main" r:embed="rId17"/>
                </a:ext>
              </a:extLst>
            </a:blip>
            <a:stretch>
              <a:fillRect l="0" t="0" r="0" b="0"/>
            </a:stretch>
          </a:blipFill>
        </p:spPr>
      </p:sp>
      <p:sp>
        <p:nvSpPr>
          <p:cNvPr name="Freeform 24" id="24"/>
          <p:cNvSpPr/>
          <p:nvPr/>
        </p:nvSpPr>
        <p:spPr>
          <a:xfrm flipH="true" flipV="false" rot="-1008282">
            <a:off x="15390590" y="2224730"/>
            <a:ext cx="2659752" cy="3491322"/>
          </a:xfrm>
          <a:custGeom>
            <a:avLst/>
            <a:gdLst/>
            <a:ahLst/>
            <a:cxnLst/>
            <a:rect r="r" b="b" t="t" l="l"/>
            <a:pathLst>
              <a:path h="3491322" w="2659752">
                <a:moveTo>
                  <a:pt x="2659753" y="0"/>
                </a:moveTo>
                <a:lnTo>
                  <a:pt x="0" y="0"/>
                </a:lnTo>
                <a:lnTo>
                  <a:pt x="0" y="3491322"/>
                </a:lnTo>
                <a:lnTo>
                  <a:pt x="2659753" y="3491322"/>
                </a:lnTo>
                <a:lnTo>
                  <a:pt x="2659753" y="0"/>
                </a:lnTo>
                <a:close/>
              </a:path>
            </a:pathLst>
          </a:custGeom>
          <a:blipFill>
            <a:blip r:embed="rId18">
              <a:extLst>
                <a:ext uri="{96DAC541-7B7A-43D3-8B79-37D633B846F1}">
                  <asvg:svgBlip xmlns:asvg="http://schemas.microsoft.com/office/drawing/2016/SVG/main" r:embed="rId19"/>
                </a:ext>
              </a:extLst>
            </a:blip>
            <a:stretch>
              <a:fillRect l="0" t="0" r="0" b="0"/>
            </a:stretch>
          </a:blipFill>
        </p:spPr>
      </p:sp>
      <p:grpSp>
        <p:nvGrpSpPr>
          <p:cNvPr name="Group 25" id="25"/>
          <p:cNvGrpSpPr/>
          <p:nvPr/>
        </p:nvGrpSpPr>
        <p:grpSpPr>
          <a:xfrm rot="0">
            <a:off x="6241392" y="307615"/>
            <a:ext cx="6098632" cy="1123993"/>
            <a:chOff x="0" y="0"/>
            <a:chExt cx="6233768" cy="1148899"/>
          </a:xfrm>
        </p:grpSpPr>
        <p:sp>
          <p:nvSpPr>
            <p:cNvPr name="Freeform 26" id="26"/>
            <p:cNvSpPr/>
            <p:nvPr/>
          </p:nvSpPr>
          <p:spPr>
            <a:xfrm flipH="false" flipV="false" rot="0">
              <a:off x="53874" y="55282"/>
              <a:ext cx="6124603" cy="1035932"/>
            </a:xfrm>
            <a:custGeom>
              <a:avLst/>
              <a:gdLst/>
              <a:ahLst/>
              <a:cxnLst/>
              <a:rect r="r" b="b" t="t" l="l"/>
              <a:pathLst>
                <a:path h="1035932" w="6124603">
                  <a:moveTo>
                    <a:pt x="260863" y="67299"/>
                  </a:moveTo>
                  <a:cubicBezTo>
                    <a:pt x="3585445" y="96142"/>
                    <a:pt x="5531991" y="0"/>
                    <a:pt x="5841057" y="40860"/>
                  </a:cubicBezTo>
                  <a:cubicBezTo>
                    <a:pt x="5892095" y="48071"/>
                    <a:pt x="5902019" y="50474"/>
                    <a:pt x="5930374" y="64896"/>
                  </a:cubicBezTo>
                  <a:cubicBezTo>
                    <a:pt x="5958728" y="81721"/>
                    <a:pt x="5987083" y="108160"/>
                    <a:pt x="6011184" y="139406"/>
                  </a:cubicBezTo>
                  <a:cubicBezTo>
                    <a:pt x="6035286" y="168249"/>
                    <a:pt x="6057970" y="209109"/>
                    <a:pt x="6073565" y="249969"/>
                  </a:cubicBezTo>
                  <a:cubicBezTo>
                    <a:pt x="6090577" y="293233"/>
                    <a:pt x="6104755" y="341305"/>
                    <a:pt x="6111843" y="391779"/>
                  </a:cubicBezTo>
                  <a:cubicBezTo>
                    <a:pt x="6120350" y="439850"/>
                    <a:pt x="6124603" y="495132"/>
                    <a:pt x="6121768" y="545607"/>
                  </a:cubicBezTo>
                  <a:cubicBezTo>
                    <a:pt x="6120350" y="596081"/>
                    <a:pt x="6113261" y="648960"/>
                    <a:pt x="6103337" y="697031"/>
                  </a:cubicBezTo>
                  <a:cubicBezTo>
                    <a:pt x="6091995" y="742698"/>
                    <a:pt x="6074983" y="790769"/>
                    <a:pt x="6055134" y="829226"/>
                  </a:cubicBezTo>
                  <a:cubicBezTo>
                    <a:pt x="6036703" y="867683"/>
                    <a:pt x="6011184" y="901333"/>
                    <a:pt x="5985665" y="927772"/>
                  </a:cubicBezTo>
                  <a:cubicBezTo>
                    <a:pt x="5960146" y="954211"/>
                    <a:pt x="5930374" y="975843"/>
                    <a:pt x="5902019" y="985457"/>
                  </a:cubicBezTo>
                  <a:cubicBezTo>
                    <a:pt x="5872246" y="997475"/>
                    <a:pt x="5839639" y="999879"/>
                    <a:pt x="5809867" y="995072"/>
                  </a:cubicBezTo>
                  <a:cubicBezTo>
                    <a:pt x="5780094" y="987861"/>
                    <a:pt x="5750322" y="973440"/>
                    <a:pt x="5721967" y="951807"/>
                  </a:cubicBezTo>
                  <a:cubicBezTo>
                    <a:pt x="5695030" y="932579"/>
                    <a:pt x="5668093" y="901333"/>
                    <a:pt x="5646827" y="865280"/>
                  </a:cubicBezTo>
                  <a:cubicBezTo>
                    <a:pt x="5625561" y="831630"/>
                    <a:pt x="5605713" y="788366"/>
                    <a:pt x="5591536" y="742698"/>
                  </a:cubicBezTo>
                  <a:cubicBezTo>
                    <a:pt x="5577359" y="697031"/>
                    <a:pt x="5567434" y="646556"/>
                    <a:pt x="5563181" y="596081"/>
                  </a:cubicBezTo>
                  <a:cubicBezTo>
                    <a:pt x="5557510" y="545607"/>
                    <a:pt x="5557510" y="492729"/>
                    <a:pt x="5563181" y="442254"/>
                  </a:cubicBezTo>
                  <a:cubicBezTo>
                    <a:pt x="5567434" y="391779"/>
                    <a:pt x="5577359" y="338901"/>
                    <a:pt x="5591536" y="295637"/>
                  </a:cubicBezTo>
                  <a:cubicBezTo>
                    <a:pt x="5605713" y="249969"/>
                    <a:pt x="5625561" y="206705"/>
                    <a:pt x="5646827" y="173056"/>
                  </a:cubicBezTo>
                  <a:cubicBezTo>
                    <a:pt x="5668093" y="137002"/>
                    <a:pt x="5695030" y="105756"/>
                    <a:pt x="5721967" y="84124"/>
                  </a:cubicBezTo>
                  <a:cubicBezTo>
                    <a:pt x="5750322" y="64896"/>
                    <a:pt x="5780094" y="48071"/>
                    <a:pt x="5809867" y="43264"/>
                  </a:cubicBezTo>
                  <a:cubicBezTo>
                    <a:pt x="5839639" y="38457"/>
                    <a:pt x="5872246" y="40860"/>
                    <a:pt x="5902019" y="52878"/>
                  </a:cubicBezTo>
                  <a:cubicBezTo>
                    <a:pt x="5930374" y="62492"/>
                    <a:pt x="5960146" y="84124"/>
                    <a:pt x="5985665" y="110563"/>
                  </a:cubicBezTo>
                  <a:cubicBezTo>
                    <a:pt x="6012602" y="134599"/>
                    <a:pt x="6036703" y="170652"/>
                    <a:pt x="6055134" y="209109"/>
                  </a:cubicBezTo>
                  <a:cubicBezTo>
                    <a:pt x="6074983" y="247566"/>
                    <a:pt x="6091995" y="295637"/>
                    <a:pt x="6103337" y="341305"/>
                  </a:cubicBezTo>
                  <a:cubicBezTo>
                    <a:pt x="6113261" y="389376"/>
                    <a:pt x="6120350" y="442254"/>
                    <a:pt x="6121768" y="492729"/>
                  </a:cubicBezTo>
                  <a:cubicBezTo>
                    <a:pt x="6124603" y="543203"/>
                    <a:pt x="6120350" y="598485"/>
                    <a:pt x="6111843" y="646556"/>
                  </a:cubicBezTo>
                  <a:cubicBezTo>
                    <a:pt x="6104755" y="697031"/>
                    <a:pt x="6090577" y="745102"/>
                    <a:pt x="6073565" y="788366"/>
                  </a:cubicBezTo>
                  <a:cubicBezTo>
                    <a:pt x="6057970" y="829226"/>
                    <a:pt x="6035286" y="867683"/>
                    <a:pt x="6011184" y="898929"/>
                  </a:cubicBezTo>
                  <a:cubicBezTo>
                    <a:pt x="5987083" y="930175"/>
                    <a:pt x="5958728" y="956615"/>
                    <a:pt x="5930374" y="971036"/>
                  </a:cubicBezTo>
                  <a:cubicBezTo>
                    <a:pt x="5902019" y="987861"/>
                    <a:pt x="5892095" y="990264"/>
                    <a:pt x="5841057" y="997475"/>
                  </a:cubicBezTo>
                  <a:cubicBezTo>
                    <a:pt x="5531991" y="1035932"/>
                    <a:pt x="3506052" y="947000"/>
                    <a:pt x="2593032" y="939790"/>
                  </a:cubicBezTo>
                  <a:cubicBezTo>
                    <a:pt x="1926698" y="934983"/>
                    <a:pt x="1295807" y="954211"/>
                    <a:pt x="863399" y="942193"/>
                  </a:cubicBezTo>
                  <a:cubicBezTo>
                    <a:pt x="603954" y="937386"/>
                    <a:pt x="365775" y="942193"/>
                    <a:pt x="241014" y="910947"/>
                  </a:cubicBezTo>
                  <a:cubicBezTo>
                    <a:pt x="187140" y="896526"/>
                    <a:pt x="155950" y="877297"/>
                    <a:pt x="127596" y="853262"/>
                  </a:cubicBezTo>
                  <a:cubicBezTo>
                    <a:pt x="106330" y="836437"/>
                    <a:pt x="93570" y="817208"/>
                    <a:pt x="79393" y="793173"/>
                  </a:cubicBezTo>
                  <a:cubicBezTo>
                    <a:pt x="65215" y="769137"/>
                    <a:pt x="52456" y="747505"/>
                    <a:pt x="41114" y="713856"/>
                  </a:cubicBezTo>
                  <a:cubicBezTo>
                    <a:pt x="25519" y="665784"/>
                    <a:pt x="7088" y="588871"/>
                    <a:pt x="2835" y="521571"/>
                  </a:cubicBezTo>
                  <a:cubicBezTo>
                    <a:pt x="0" y="456675"/>
                    <a:pt x="7088" y="382165"/>
                    <a:pt x="22684" y="322076"/>
                  </a:cubicBezTo>
                  <a:cubicBezTo>
                    <a:pt x="36861" y="261987"/>
                    <a:pt x="63798" y="204302"/>
                    <a:pt x="93570" y="161038"/>
                  </a:cubicBezTo>
                  <a:cubicBezTo>
                    <a:pt x="123343" y="120178"/>
                    <a:pt x="170128" y="88931"/>
                    <a:pt x="201318" y="74510"/>
                  </a:cubicBezTo>
                  <a:cubicBezTo>
                    <a:pt x="224001" y="64896"/>
                    <a:pt x="260863" y="67299"/>
                    <a:pt x="260863" y="67299"/>
                  </a:cubicBezTo>
                </a:path>
              </a:pathLst>
            </a:custGeom>
            <a:solidFill>
              <a:srgbClr val="88A3CE"/>
            </a:solidFill>
            <a:ln cap="sq">
              <a:noFill/>
              <a:prstDash val="solid"/>
              <a:miter/>
            </a:ln>
          </p:spPr>
        </p:sp>
      </p:grpSp>
      <p:sp>
        <p:nvSpPr>
          <p:cNvPr name="TextBox 27" id="27"/>
          <p:cNvSpPr txBox="true"/>
          <p:nvPr/>
        </p:nvSpPr>
        <p:spPr>
          <a:xfrm rot="0">
            <a:off x="6566936" y="573542"/>
            <a:ext cx="5351569" cy="547687"/>
          </a:xfrm>
          <a:prstGeom prst="rect">
            <a:avLst/>
          </a:prstGeom>
        </p:spPr>
        <p:txBody>
          <a:bodyPr anchor="t" rtlCol="false" tIns="0" lIns="0" bIns="0" rIns="0">
            <a:spAutoFit/>
          </a:bodyPr>
          <a:lstStyle/>
          <a:p>
            <a:pPr algn="ctr">
              <a:lnSpc>
                <a:spcPts val="4200"/>
              </a:lnSpc>
            </a:pPr>
            <a:r>
              <a:rPr lang="en-US" sz="3000" b="true">
                <a:solidFill>
                  <a:srgbClr val="3B365F"/>
                </a:solidFill>
                <a:latin typeface="Coco Gothic Bold"/>
                <a:ea typeface="Coco Gothic Bold"/>
                <a:cs typeface="Coco Gothic Bold"/>
                <a:sym typeface="Coco Gothic Bold"/>
              </a:rPr>
              <a:t>Rwanda Biomedical Center</a:t>
            </a:r>
          </a:p>
        </p:txBody>
      </p:sp>
      <p:sp>
        <p:nvSpPr>
          <p:cNvPr name="TextBox 28" id="28"/>
          <p:cNvSpPr txBox="true"/>
          <p:nvPr/>
        </p:nvSpPr>
        <p:spPr>
          <a:xfrm rot="0">
            <a:off x="2965164" y="1538074"/>
            <a:ext cx="12756927" cy="2671444"/>
          </a:xfrm>
          <a:prstGeom prst="rect">
            <a:avLst/>
          </a:prstGeom>
        </p:spPr>
        <p:txBody>
          <a:bodyPr anchor="t" rtlCol="false" tIns="0" lIns="0" bIns="0" rIns="0">
            <a:spAutoFit/>
          </a:bodyPr>
          <a:lstStyle/>
          <a:p>
            <a:pPr algn="ctr">
              <a:lnSpc>
                <a:spcPts val="10780"/>
              </a:lnSpc>
            </a:pPr>
            <a:r>
              <a:rPr lang="en-US" sz="7700">
                <a:solidFill>
                  <a:srgbClr val="3B365F"/>
                </a:solidFill>
                <a:latin typeface="TAN Headline"/>
                <a:ea typeface="TAN Headline"/>
                <a:cs typeface="TAN Headline"/>
                <a:sym typeface="TAN Headline"/>
              </a:rPr>
              <a:t>UBUMENYI RUSANGE KU NDWARA YA SIDA</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false" flipV="false" rot="5755965">
            <a:off x="-2596635" y="-6569350"/>
            <a:ext cx="9743832" cy="10202966"/>
          </a:xfrm>
          <a:custGeom>
            <a:avLst/>
            <a:gdLst/>
            <a:ahLst/>
            <a:cxnLst/>
            <a:rect r="r" b="b" t="t" l="l"/>
            <a:pathLst>
              <a:path h="10202966" w="9743832">
                <a:moveTo>
                  <a:pt x="0" y="0"/>
                </a:moveTo>
                <a:lnTo>
                  <a:pt x="9743832" y="0"/>
                </a:lnTo>
                <a:lnTo>
                  <a:pt x="9743832" y="10202965"/>
                </a:lnTo>
                <a:lnTo>
                  <a:pt x="0" y="102029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2386301">
            <a:off x="10358985" y="-3230434"/>
            <a:ext cx="9743832" cy="10202966"/>
          </a:xfrm>
          <a:custGeom>
            <a:avLst/>
            <a:gdLst/>
            <a:ahLst/>
            <a:cxnLst/>
            <a:rect r="r" b="b" t="t" l="l"/>
            <a:pathLst>
              <a:path h="10202966" w="9743832">
                <a:moveTo>
                  <a:pt x="0" y="0"/>
                </a:moveTo>
                <a:lnTo>
                  <a:pt x="9743833" y="0"/>
                </a:lnTo>
                <a:lnTo>
                  <a:pt x="9743833" y="10202965"/>
                </a:lnTo>
                <a:lnTo>
                  <a:pt x="0" y="102029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false" rot="-441338">
            <a:off x="1608121" y="2418820"/>
            <a:ext cx="16065837" cy="10084176"/>
          </a:xfrm>
          <a:custGeom>
            <a:avLst/>
            <a:gdLst/>
            <a:ahLst/>
            <a:cxnLst/>
            <a:rect r="r" b="b" t="t" l="l"/>
            <a:pathLst>
              <a:path h="10084176" w="16065837">
                <a:moveTo>
                  <a:pt x="16065837" y="0"/>
                </a:moveTo>
                <a:lnTo>
                  <a:pt x="0" y="0"/>
                </a:lnTo>
                <a:lnTo>
                  <a:pt x="0" y="10084176"/>
                </a:lnTo>
                <a:lnTo>
                  <a:pt x="16065837" y="10084176"/>
                </a:lnTo>
                <a:lnTo>
                  <a:pt x="16065837"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0">
            <a:off x="14547103" y="3415779"/>
            <a:ext cx="3740897" cy="10287468"/>
          </a:xfrm>
          <a:custGeom>
            <a:avLst/>
            <a:gdLst/>
            <a:ahLst/>
            <a:cxnLst/>
            <a:rect r="r" b="b" t="t" l="l"/>
            <a:pathLst>
              <a:path h="10287468" w="3740897">
                <a:moveTo>
                  <a:pt x="3740897" y="0"/>
                </a:moveTo>
                <a:lnTo>
                  <a:pt x="0" y="0"/>
                </a:lnTo>
                <a:lnTo>
                  <a:pt x="0" y="10287467"/>
                </a:lnTo>
                <a:lnTo>
                  <a:pt x="3740897" y="10287467"/>
                </a:lnTo>
                <a:lnTo>
                  <a:pt x="3740897"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0">
            <a:off x="582274" y="2956675"/>
            <a:ext cx="2273231" cy="7063711"/>
          </a:xfrm>
          <a:custGeom>
            <a:avLst/>
            <a:gdLst/>
            <a:ahLst/>
            <a:cxnLst/>
            <a:rect r="r" b="b" t="t" l="l"/>
            <a:pathLst>
              <a:path h="7063711" w="2273231">
                <a:moveTo>
                  <a:pt x="0" y="0"/>
                </a:moveTo>
                <a:lnTo>
                  <a:pt x="2273231" y="0"/>
                </a:lnTo>
                <a:lnTo>
                  <a:pt x="2273231" y="7063711"/>
                </a:lnTo>
                <a:lnTo>
                  <a:pt x="0" y="7063711"/>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3485301" y="5186559"/>
            <a:ext cx="10432006" cy="3209925"/>
          </a:xfrm>
          <a:prstGeom prst="rect">
            <a:avLst/>
          </a:prstGeom>
        </p:spPr>
        <p:txBody>
          <a:bodyPr anchor="t" rtlCol="false" tIns="0" lIns="0" bIns="0" rIns="0">
            <a:spAutoFit/>
          </a:bodyPr>
          <a:lstStyle/>
          <a:p>
            <a:pPr algn="l">
              <a:lnSpc>
                <a:spcPts val="4200"/>
              </a:lnSpc>
            </a:pPr>
            <a:r>
              <a:rPr lang="en-US" sz="3000">
                <a:solidFill>
                  <a:srgbClr val="3B365F"/>
                </a:solidFill>
                <a:latin typeface="Coco Gothic"/>
                <a:ea typeface="Coco Gothic"/>
                <a:cs typeface="Coco Gothic"/>
                <a:sym typeface="Coco Gothic"/>
              </a:rPr>
              <a:t>Muri iyi mbumbe ya mbere turasangamo ubusobanuro bw’ingenzi kuri virusi itera SIDA no ku ndwara ya SIDA ndetse n’uburyo yandura. Turasobanura uburyo bwo kwirinda Virusi itera SIDA, akamaro ko kwipimisha Virusi itera SIDA, hanyuma tuganire ku uburyo bwo kurwanya akato n’ihezwarikorerwa abafite virusiitera SIDA.</a:t>
            </a:r>
          </a:p>
        </p:txBody>
      </p:sp>
      <p:sp>
        <p:nvSpPr>
          <p:cNvPr name="TextBox 8" id="8"/>
          <p:cNvSpPr txBox="true"/>
          <p:nvPr/>
        </p:nvSpPr>
        <p:spPr>
          <a:xfrm rot="0">
            <a:off x="2855505" y="895350"/>
            <a:ext cx="12576991" cy="1120775"/>
          </a:xfrm>
          <a:prstGeom prst="rect">
            <a:avLst/>
          </a:prstGeom>
        </p:spPr>
        <p:txBody>
          <a:bodyPr anchor="t" rtlCol="false" tIns="0" lIns="0" bIns="0" rIns="0">
            <a:spAutoFit/>
          </a:bodyPr>
          <a:lstStyle/>
          <a:p>
            <a:pPr algn="ctr">
              <a:lnSpc>
                <a:spcPts val="9100"/>
              </a:lnSpc>
            </a:pPr>
            <a:r>
              <a:rPr lang="en-US" sz="6500">
                <a:solidFill>
                  <a:srgbClr val="3B365F"/>
                </a:solidFill>
                <a:latin typeface="TAN Headline"/>
                <a:ea typeface="TAN Headline"/>
                <a:cs typeface="TAN Headline"/>
                <a:sym typeface="TAN Headline"/>
              </a:rPr>
              <a:t>Inshamake y’imbumbe ya 1 </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false" flipV="false" rot="-6262171">
            <a:off x="3492400" y="3970647"/>
            <a:ext cx="9743832" cy="10202966"/>
          </a:xfrm>
          <a:custGeom>
            <a:avLst/>
            <a:gdLst/>
            <a:ahLst/>
            <a:cxnLst/>
            <a:rect r="r" b="b" t="t" l="l"/>
            <a:pathLst>
              <a:path h="10202966" w="9743832">
                <a:moveTo>
                  <a:pt x="0" y="0"/>
                </a:moveTo>
                <a:lnTo>
                  <a:pt x="9743832" y="0"/>
                </a:lnTo>
                <a:lnTo>
                  <a:pt x="9743832" y="10202965"/>
                </a:lnTo>
                <a:lnTo>
                  <a:pt x="0" y="1020296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441338">
            <a:off x="1589676" y="5876162"/>
            <a:ext cx="7090051" cy="4450271"/>
          </a:xfrm>
          <a:custGeom>
            <a:avLst/>
            <a:gdLst/>
            <a:ahLst/>
            <a:cxnLst/>
            <a:rect r="r" b="b" t="t" l="l"/>
            <a:pathLst>
              <a:path h="4450271" w="7090051">
                <a:moveTo>
                  <a:pt x="7090051" y="0"/>
                </a:moveTo>
                <a:lnTo>
                  <a:pt x="0" y="0"/>
                </a:lnTo>
                <a:lnTo>
                  <a:pt x="0" y="4450270"/>
                </a:lnTo>
                <a:lnTo>
                  <a:pt x="7090051" y="4450270"/>
                </a:lnTo>
                <a:lnTo>
                  <a:pt x="709005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441338">
            <a:off x="8620022" y="5876162"/>
            <a:ext cx="7090051" cy="4450271"/>
          </a:xfrm>
          <a:custGeom>
            <a:avLst/>
            <a:gdLst/>
            <a:ahLst/>
            <a:cxnLst/>
            <a:rect r="r" b="b" t="t" l="l"/>
            <a:pathLst>
              <a:path h="4450271" w="7090051">
                <a:moveTo>
                  <a:pt x="7090051" y="0"/>
                </a:moveTo>
                <a:lnTo>
                  <a:pt x="0" y="0"/>
                </a:lnTo>
                <a:lnTo>
                  <a:pt x="0" y="4450270"/>
                </a:lnTo>
                <a:lnTo>
                  <a:pt x="7090051" y="4450270"/>
                </a:lnTo>
                <a:lnTo>
                  <a:pt x="709005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441338">
            <a:off x="2577927" y="2244644"/>
            <a:ext cx="7090051" cy="4450271"/>
          </a:xfrm>
          <a:custGeom>
            <a:avLst/>
            <a:gdLst/>
            <a:ahLst/>
            <a:cxnLst/>
            <a:rect r="r" b="b" t="t" l="l"/>
            <a:pathLst>
              <a:path h="4450271" w="7090051">
                <a:moveTo>
                  <a:pt x="7090051" y="0"/>
                </a:moveTo>
                <a:lnTo>
                  <a:pt x="0" y="0"/>
                </a:lnTo>
                <a:lnTo>
                  <a:pt x="0" y="4450271"/>
                </a:lnTo>
                <a:lnTo>
                  <a:pt x="7090051" y="4450271"/>
                </a:lnTo>
                <a:lnTo>
                  <a:pt x="709005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441338">
            <a:off x="9608273" y="2244644"/>
            <a:ext cx="7090051" cy="4450271"/>
          </a:xfrm>
          <a:custGeom>
            <a:avLst/>
            <a:gdLst/>
            <a:ahLst/>
            <a:cxnLst/>
            <a:rect r="r" b="b" t="t" l="l"/>
            <a:pathLst>
              <a:path h="4450271" w="7090051">
                <a:moveTo>
                  <a:pt x="7090051" y="0"/>
                </a:moveTo>
                <a:lnTo>
                  <a:pt x="0" y="0"/>
                </a:lnTo>
                <a:lnTo>
                  <a:pt x="0" y="4450271"/>
                </a:lnTo>
                <a:lnTo>
                  <a:pt x="7090051" y="4450271"/>
                </a:lnTo>
                <a:lnTo>
                  <a:pt x="709005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92352" y="2262600"/>
            <a:ext cx="2428154" cy="8002923"/>
          </a:xfrm>
          <a:custGeom>
            <a:avLst/>
            <a:gdLst/>
            <a:ahLst/>
            <a:cxnLst/>
            <a:rect r="r" b="b" t="t" l="l"/>
            <a:pathLst>
              <a:path h="8002923" w="2428154">
                <a:moveTo>
                  <a:pt x="0" y="0"/>
                </a:moveTo>
                <a:lnTo>
                  <a:pt x="2428153" y="0"/>
                </a:lnTo>
                <a:lnTo>
                  <a:pt x="2428153" y="8002924"/>
                </a:lnTo>
                <a:lnTo>
                  <a:pt x="0" y="8002924"/>
                </a:lnTo>
                <a:lnTo>
                  <a:pt x="0" y="0"/>
                </a:lnTo>
                <a:close/>
              </a:path>
            </a:pathLst>
          </a:custGeom>
          <a:blipFill>
            <a:blip r:embed="rId6">
              <a:extLst>
                <a:ext uri="{96DAC541-7B7A-43D3-8B79-37D633B846F1}">
                  <asvg:svgBlip xmlns:asvg="http://schemas.microsoft.com/office/drawing/2016/SVG/main" r:embed="rId7"/>
                </a:ext>
              </a:extLst>
            </a:blip>
            <a:stretch>
              <a:fillRect l="0" t="0" r="-184644" b="0"/>
            </a:stretch>
          </a:blipFill>
        </p:spPr>
      </p:sp>
      <p:sp>
        <p:nvSpPr>
          <p:cNvPr name="Freeform 8" id="8"/>
          <p:cNvSpPr/>
          <p:nvPr/>
        </p:nvSpPr>
        <p:spPr>
          <a:xfrm flipH="false" flipV="false" rot="0">
            <a:off x="15147616" y="2284077"/>
            <a:ext cx="3362376" cy="8002923"/>
          </a:xfrm>
          <a:custGeom>
            <a:avLst/>
            <a:gdLst/>
            <a:ahLst/>
            <a:cxnLst/>
            <a:rect r="r" b="b" t="t" l="l"/>
            <a:pathLst>
              <a:path h="8002923" w="3362376">
                <a:moveTo>
                  <a:pt x="0" y="0"/>
                </a:moveTo>
                <a:lnTo>
                  <a:pt x="3362376" y="0"/>
                </a:lnTo>
                <a:lnTo>
                  <a:pt x="3362376" y="8002923"/>
                </a:lnTo>
                <a:lnTo>
                  <a:pt x="0" y="8002923"/>
                </a:lnTo>
                <a:lnTo>
                  <a:pt x="0" y="0"/>
                </a:lnTo>
                <a:close/>
              </a:path>
            </a:pathLst>
          </a:custGeom>
          <a:blipFill>
            <a:blip r:embed="rId6">
              <a:extLst>
                <a:ext uri="{96DAC541-7B7A-43D3-8B79-37D633B846F1}">
                  <asvg:svgBlip xmlns:asvg="http://schemas.microsoft.com/office/drawing/2016/SVG/main" r:embed="rId7"/>
                </a:ext>
              </a:extLst>
            </a:blip>
            <a:stretch>
              <a:fillRect l="-105557" t="0" r="0" b="0"/>
            </a:stretch>
          </a:blipFill>
        </p:spPr>
      </p:sp>
      <p:grpSp>
        <p:nvGrpSpPr>
          <p:cNvPr name="Group 9" id="9"/>
          <p:cNvGrpSpPr/>
          <p:nvPr/>
        </p:nvGrpSpPr>
        <p:grpSpPr>
          <a:xfrm rot="0">
            <a:off x="2596515" y="4509135"/>
            <a:ext cx="558165" cy="1234440"/>
            <a:chOff x="0" y="0"/>
            <a:chExt cx="744220" cy="1645920"/>
          </a:xfrm>
        </p:grpSpPr>
        <p:sp>
          <p:nvSpPr>
            <p:cNvPr name="Freeform 10" id="10"/>
            <p:cNvSpPr/>
            <p:nvPr/>
          </p:nvSpPr>
          <p:spPr>
            <a:xfrm flipH="false" flipV="false" rot="0">
              <a:off x="38100" y="49530"/>
              <a:ext cx="656590" cy="1548130"/>
            </a:xfrm>
            <a:custGeom>
              <a:avLst/>
              <a:gdLst/>
              <a:ahLst/>
              <a:cxnLst/>
              <a:rect r="r" b="b" t="t" l="l"/>
              <a:pathLst>
                <a:path h="1548130" w="656590">
                  <a:moveTo>
                    <a:pt x="177800" y="66040"/>
                  </a:moveTo>
                  <a:cubicBezTo>
                    <a:pt x="292100" y="551180"/>
                    <a:pt x="332740" y="689610"/>
                    <a:pt x="368300" y="783590"/>
                  </a:cubicBezTo>
                  <a:cubicBezTo>
                    <a:pt x="392430" y="848360"/>
                    <a:pt x="421640" y="887730"/>
                    <a:pt x="441960" y="944880"/>
                  </a:cubicBezTo>
                  <a:cubicBezTo>
                    <a:pt x="463550" y="1008380"/>
                    <a:pt x="467360" y="1084580"/>
                    <a:pt x="488950" y="1148080"/>
                  </a:cubicBezTo>
                  <a:cubicBezTo>
                    <a:pt x="509270" y="1207770"/>
                    <a:pt x="535940" y="1270000"/>
                    <a:pt x="565150" y="1315720"/>
                  </a:cubicBezTo>
                  <a:cubicBezTo>
                    <a:pt x="589280" y="1352550"/>
                    <a:pt x="632460" y="1384300"/>
                    <a:pt x="645160" y="1407160"/>
                  </a:cubicBezTo>
                  <a:cubicBezTo>
                    <a:pt x="651510" y="1418590"/>
                    <a:pt x="654050" y="1424940"/>
                    <a:pt x="655320" y="1436370"/>
                  </a:cubicBezTo>
                  <a:cubicBezTo>
                    <a:pt x="656590" y="1451610"/>
                    <a:pt x="651510" y="1480820"/>
                    <a:pt x="645160" y="1496060"/>
                  </a:cubicBezTo>
                  <a:cubicBezTo>
                    <a:pt x="641350" y="1506220"/>
                    <a:pt x="636270" y="1512570"/>
                    <a:pt x="627380" y="1520190"/>
                  </a:cubicBezTo>
                  <a:cubicBezTo>
                    <a:pt x="614680" y="1530350"/>
                    <a:pt x="590550" y="1543050"/>
                    <a:pt x="571500" y="1545590"/>
                  </a:cubicBezTo>
                  <a:cubicBezTo>
                    <a:pt x="553720" y="1546860"/>
                    <a:pt x="529590" y="1541780"/>
                    <a:pt x="513080" y="1531620"/>
                  </a:cubicBezTo>
                  <a:cubicBezTo>
                    <a:pt x="496570" y="1522730"/>
                    <a:pt x="481330" y="1501140"/>
                    <a:pt x="473710" y="1485900"/>
                  </a:cubicBezTo>
                  <a:cubicBezTo>
                    <a:pt x="468630" y="1475740"/>
                    <a:pt x="467360" y="1468120"/>
                    <a:pt x="467360" y="1456690"/>
                  </a:cubicBezTo>
                  <a:cubicBezTo>
                    <a:pt x="468630" y="1440180"/>
                    <a:pt x="472440" y="1413510"/>
                    <a:pt x="483870" y="1398270"/>
                  </a:cubicBezTo>
                  <a:cubicBezTo>
                    <a:pt x="494030" y="1381760"/>
                    <a:pt x="516890" y="1367790"/>
                    <a:pt x="532130" y="1361440"/>
                  </a:cubicBezTo>
                  <a:cubicBezTo>
                    <a:pt x="542290" y="1357630"/>
                    <a:pt x="552450" y="1356360"/>
                    <a:pt x="562610" y="1356360"/>
                  </a:cubicBezTo>
                  <a:cubicBezTo>
                    <a:pt x="571500" y="1356360"/>
                    <a:pt x="581660" y="1357630"/>
                    <a:pt x="591820" y="1361440"/>
                  </a:cubicBezTo>
                  <a:cubicBezTo>
                    <a:pt x="607060" y="1367790"/>
                    <a:pt x="629920" y="1385570"/>
                    <a:pt x="640080" y="1398270"/>
                  </a:cubicBezTo>
                  <a:cubicBezTo>
                    <a:pt x="647700" y="1407160"/>
                    <a:pt x="650240" y="1414780"/>
                    <a:pt x="652780" y="1426210"/>
                  </a:cubicBezTo>
                  <a:cubicBezTo>
                    <a:pt x="656590" y="1441450"/>
                    <a:pt x="656590" y="1468120"/>
                    <a:pt x="650240" y="1485900"/>
                  </a:cubicBezTo>
                  <a:cubicBezTo>
                    <a:pt x="642620" y="1503680"/>
                    <a:pt x="623570" y="1522730"/>
                    <a:pt x="610870" y="1531620"/>
                  </a:cubicBezTo>
                  <a:cubicBezTo>
                    <a:pt x="600710" y="1539240"/>
                    <a:pt x="593090" y="1541780"/>
                    <a:pt x="581660" y="1543050"/>
                  </a:cubicBezTo>
                  <a:cubicBezTo>
                    <a:pt x="566420" y="1545590"/>
                    <a:pt x="543560" y="1548130"/>
                    <a:pt x="521970" y="1536700"/>
                  </a:cubicBezTo>
                  <a:cubicBezTo>
                    <a:pt x="480060" y="1515110"/>
                    <a:pt x="412750" y="1418590"/>
                    <a:pt x="379730" y="1365250"/>
                  </a:cubicBezTo>
                  <a:cubicBezTo>
                    <a:pt x="355600" y="1327150"/>
                    <a:pt x="347980" y="1300480"/>
                    <a:pt x="331470" y="1254760"/>
                  </a:cubicBezTo>
                  <a:cubicBezTo>
                    <a:pt x="306070" y="1182370"/>
                    <a:pt x="283210" y="1068070"/>
                    <a:pt x="251460" y="967740"/>
                  </a:cubicBezTo>
                  <a:cubicBezTo>
                    <a:pt x="217170" y="855980"/>
                    <a:pt x="160020" y="718820"/>
                    <a:pt x="129540" y="613410"/>
                  </a:cubicBezTo>
                  <a:cubicBezTo>
                    <a:pt x="104140" y="530860"/>
                    <a:pt x="90170" y="469900"/>
                    <a:pt x="72390" y="387350"/>
                  </a:cubicBezTo>
                  <a:cubicBezTo>
                    <a:pt x="50800" y="289560"/>
                    <a:pt x="0" y="121920"/>
                    <a:pt x="12700" y="63500"/>
                  </a:cubicBezTo>
                  <a:cubicBezTo>
                    <a:pt x="19050" y="38100"/>
                    <a:pt x="31750" y="25400"/>
                    <a:pt x="48260" y="13970"/>
                  </a:cubicBezTo>
                  <a:cubicBezTo>
                    <a:pt x="63500" y="3810"/>
                    <a:pt x="88900" y="0"/>
                    <a:pt x="106680" y="1270"/>
                  </a:cubicBezTo>
                  <a:cubicBezTo>
                    <a:pt x="120650" y="2540"/>
                    <a:pt x="133350" y="6350"/>
                    <a:pt x="144780" y="16510"/>
                  </a:cubicBezTo>
                  <a:cubicBezTo>
                    <a:pt x="157480" y="26670"/>
                    <a:pt x="177800" y="66040"/>
                    <a:pt x="177800" y="66040"/>
                  </a:cubicBezTo>
                </a:path>
              </a:pathLst>
            </a:custGeom>
            <a:solidFill>
              <a:srgbClr val="94AAB8"/>
            </a:solidFill>
            <a:ln cap="sq">
              <a:noFill/>
              <a:prstDash val="solid"/>
              <a:miter/>
            </a:ln>
          </p:spPr>
        </p:sp>
      </p:grpSp>
      <p:grpSp>
        <p:nvGrpSpPr>
          <p:cNvPr name="Group 11" id="11"/>
          <p:cNvGrpSpPr/>
          <p:nvPr/>
        </p:nvGrpSpPr>
        <p:grpSpPr>
          <a:xfrm rot="0">
            <a:off x="3106102" y="5699760"/>
            <a:ext cx="194310" cy="197167"/>
            <a:chOff x="0" y="0"/>
            <a:chExt cx="259080" cy="262890"/>
          </a:xfrm>
        </p:grpSpPr>
        <p:sp>
          <p:nvSpPr>
            <p:cNvPr name="Freeform 12" id="12"/>
            <p:cNvSpPr/>
            <p:nvPr/>
          </p:nvSpPr>
          <p:spPr>
            <a:xfrm flipH="false" flipV="false" rot="0">
              <a:off x="43180" y="46990"/>
              <a:ext cx="161290" cy="167640"/>
            </a:xfrm>
            <a:custGeom>
              <a:avLst/>
              <a:gdLst/>
              <a:ahLst/>
              <a:cxnLst/>
              <a:rect r="r" b="b" t="t" l="l"/>
              <a:pathLst>
                <a:path h="167640" w="161290">
                  <a:moveTo>
                    <a:pt x="161290" y="58420"/>
                  </a:moveTo>
                  <a:cubicBezTo>
                    <a:pt x="157480" y="116840"/>
                    <a:pt x="133350" y="147320"/>
                    <a:pt x="115570" y="157480"/>
                  </a:cubicBezTo>
                  <a:cubicBezTo>
                    <a:pt x="104140" y="165100"/>
                    <a:pt x="91440" y="167640"/>
                    <a:pt x="77470" y="165100"/>
                  </a:cubicBezTo>
                  <a:cubicBezTo>
                    <a:pt x="57150" y="161290"/>
                    <a:pt x="22860" y="144780"/>
                    <a:pt x="11430" y="125730"/>
                  </a:cubicBezTo>
                  <a:cubicBezTo>
                    <a:pt x="0" y="105410"/>
                    <a:pt x="1270" y="67310"/>
                    <a:pt x="7620" y="48260"/>
                  </a:cubicBezTo>
                  <a:cubicBezTo>
                    <a:pt x="11430" y="34290"/>
                    <a:pt x="19050" y="25400"/>
                    <a:pt x="31750" y="17780"/>
                  </a:cubicBezTo>
                  <a:cubicBezTo>
                    <a:pt x="48260" y="7620"/>
                    <a:pt x="87630" y="0"/>
                    <a:pt x="106680" y="3810"/>
                  </a:cubicBezTo>
                  <a:cubicBezTo>
                    <a:pt x="120650" y="6350"/>
                    <a:pt x="140970" y="24130"/>
                    <a:pt x="140970" y="24130"/>
                  </a:cubicBezTo>
                </a:path>
              </a:pathLst>
            </a:custGeom>
            <a:solidFill>
              <a:srgbClr val="94AAB8"/>
            </a:solidFill>
            <a:ln cap="sq">
              <a:noFill/>
              <a:prstDash val="solid"/>
              <a:miter/>
            </a:ln>
          </p:spPr>
        </p:sp>
      </p:grpSp>
      <p:grpSp>
        <p:nvGrpSpPr>
          <p:cNvPr name="Group 13" id="13"/>
          <p:cNvGrpSpPr/>
          <p:nvPr/>
        </p:nvGrpSpPr>
        <p:grpSpPr>
          <a:xfrm rot="0">
            <a:off x="8724900" y="3016567"/>
            <a:ext cx="644843" cy="566738"/>
            <a:chOff x="0" y="0"/>
            <a:chExt cx="859790" cy="755650"/>
          </a:xfrm>
        </p:grpSpPr>
        <p:sp>
          <p:nvSpPr>
            <p:cNvPr name="Freeform 14" id="14"/>
            <p:cNvSpPr/>
            <p:nvPr/>
          </p:nvSpPr>
          <p:spPr>
            <a:xfrm flipH="false" flipV="false" rot="0">
              <a:off x="50800" y="45720"/>
              <a:ext cx="760730" cy="659130"/>
            </a:xfrm>
            <a:custGeom>
              <a:avLst/>
              <a:gdLst/>
              <a:ahLst/>
              <a:cxnLst/>
              <a:rect r="r" b="b" t="t" l="l"/>
              <a:pathLst>
                <a:path h="659130" w="760730">
                  <a:moveTo>
                    <a:pt x="123190" y="10160"/>
                  </a:moveTo>
                  <a:cubicBezTo>
                    <a:pt x="515620" y="285750"/>
                    <a:pt x="695960" y="443230"/>
                    <a:pt x="739140" y="508000"/>
                  </a:cubicBezTo>
                  <a:cubicBezTo>
                    <a:pt x="754380" y="530860"/>
                    <a:pt x="758190" y="544830"/>
                    <a:pt x="758190" y="563880"/>
                  </a:cubicBezTo>
                  <a:cubicBezTo>
                    <a:pt x="758190" y="582930"/>
                    <a:pt x="751840" y="604520"/>
                    <a:pt x="740410" y="619760"/>
                  </a:cubicBezTo>
                  <a:cubicBezTo>
                    <a:pt x="728980" y="635000"/>
                    <a:pt x="709930" y="648970"/>
                    <a:pt x="692150" y="654050"/>
                  </a:cubicBezTo>
                  <a:cubicBezTo>
                    <a:pt x="673100" y="659130"/>
                    <a:pt x="650240" y="657860"/>
                    <a:pt x="632460" y="651510"/>
                  </a:cubicBezTo>
                  <a:cubicBezTo>
                    <a:pt x="614680" y="645160"/>
                    <a:pt x="596900" y="626110"/>
                    <a:pt x="586740" y="613410"/>
                  </a:cubicBezTo>
                  <a:cubicBezTo>
                    <a:pt x="580390" y="604520"/>
                    <a:pt x="576580" y="596900"/>
                    <a:pt x="575310" y="585470"/>
                  </a:cubicBezTo>
                  <a:cubicBezTo>
                    <a:pt x="572770" y="570230"/>
                    <a:pt x="575310" y="542290"/>
                    <a:pt x="581660" y="527050"/>
                  </a:cubicBezTo>
                  <a:cubicBezTo>
                    <a:pt x="585470" y="516890"/>
                    <a:pt x="589280" y="509270"/>
                    <a:pt x="598170" y="501650"/>
                  </a:cubicBezTo>
                  <a:cubicBezTo>
                    <a:pt x="609600" y="491490"/>
                    <a:pt x="631190" y="476250"/>
                    <a:pt x="648970" y="473710"/>
                  </a:cubicBezTo>
                  <a:cubicBezTo>
                    <a:pt x="668020" y="469900"/>
                    <a:pt x="693420" y="476250"/>
                    <a:pt x="708660" y="482600"/>
                  </a:cubicBezTo>
                  <a:cubicBezTo>
                    <a:pt x="718820" y="486410"/>
                    <a:pt x="725170" y="492760"/>
                    <a:pt x="732790" y="500380"/>
                  </a:cubicBezTo>
                  <a:cubicBezTo>
                    <a:pt x="739140" y="506730"/>
                    <a:pt x="745490" y="514350"/>
                    <a:pt x="749300" y="524510"/>
                  </a:cubicBezTo>
                  <a:cubicBezTo>
                    <a:pt x="754380" y="539750"/>
                    <a:pt x="760730" y="565150"/>
                    <a:pt x="756920" y="584200"/>
                  </a:cubicBezTo>
                  <a:cubicBezTo>
                    <a:pt x="753110" y="601980"/>
                    <a:pt x="740410" y="622300"/>
                    <a:pt x="726440" y="635000"/>
                  </a:cubicBezTo>
                  <a:cubicBezTo>
                    <a:pt x="712470" y="646430"/>
                    <a:pt x="690880" y="656590"/>
                    <a:pt x="671830" y="657860"/>
                  </a:cubicBezTo>
                  <a:cubicBezTo>
                    <a:pt x="652780" y="659130"/>
                    <a:pt x="638810" y="656590"/>
                    <a:pt x="614680" y="642620"/>
                  </a:cubicBezTo>
                  <a:cubicBezTo>
                    <a:pt x="543560" y="601980"/>
                    <a:pt x="378460" y="389890"/>
                    <a:pt x="266700" y="299720"/>
                  </a:cubicBezTo>
                  <a:cubicBezTo>
                    <a:pt x="180340" y="229870"/>
                    <a:pt x="49530" y="182880"/>
                    <a:pt x="16510" y="135890"/>
                  </a:cubicBezTo>
                  <a:cubicBezTo>
                    <a:pt x="1270" y="115570"/>
                    <a:pt x="0" y="95250"/>
                    <a:pt x="0" y="77470"/>
                  </a:cubicBezTo>
                  <a:cubicBezTo>
                    <a:pt x="1270" y="63500"/>
                    <a:pt x="5080" y="50800"/>
                    <a:pt x="13970" y="39370"/>
                  </a:cubicBezTo>
                  <a:cubicBezTo>
                    <a:pt x="24130" y="25400"/>
                    <a:pt x="44450" y="8890"/>
                    <a:pt x="63500" y="5080"/>
                  </a:cubicBezTo>
                  <a:cubicBezTo>
                    <a:pt x="81280" y="0"/>
                    <a:pt x="123190" y="10160"/>
                    <a:pt x="123190" y="10160"/>
                  </a:cubicBezTo>
                </a:path>
              </a:pathLst>
            </a:custGeom>
            <a:solidFill>
              <a:srgbClr val="94AAB8"/>
            </a:solidFill>
            <a:ln cap="sq">
              <a:noFill/>
              <a:prstDash val="solid"/>
              <a:miter/>
            </a:ln>
          </p:spPr>
        </p:sp>
      </p:grpSp>
      <p:grpSp>
        <p:nvGrpSpPr>
          <p:cNvPr name="Group 15" id="15"/>
          <p:cNvGrpSpPr/>
          <p:nvPr/>
        </p:nvGrpSpPr>
        <p:grpSpPr>
          <a:xfrm rot="0">
            <a:off x="10100310" y="5636895"/>
            <a:ext cx="739140" cy="760095"/>
            <a:chOff x="0" y="0"/>
            <a:chExt cx="985520" cy="1013460"/>
          </a:xfrm>
        </p:grpSpPr>
        <p:sp>
          <p:nvSpPr>
            <p:cNvPr name="Freeform 16" id="16"/>
            <p:cNvSpPr/>
            <p:nvPr/>
          </p:nvSpPr>
          <p:spPr>
            <a:xfrm flipH="false" flipV="false" rot="0">
              <a:off x="48260" y="44450"/>
              <a:ext cx="889000" cy="922020"/>
            </a:xfrm>
            <a:custGeom>
              <a:avLst/>
              <a:gdLst/>
              <a:ahLst/>
              <a:cxnLst/>
              <a:rect r="r" b="b" t="t" l="l"/>
              <a:pathLst>
                <a:path h="922020" w="889000">
                  <a:moveTo>
                    <a:pt x="162560" y="48260"/>
                  </a:moveTo>
                  <a:cubicBezTo>
                    <a:pt x="226060" y="160020"/>
                    <a:pt x="314960" y="284480"/>
                    <a:pt x="394970" y="372110"/>
                  </a:cubicBezTo>
                  <a:cubicBezTo>
                    <a:pt x="483870" y="468630"/>
                    <a:pt x="619760" y="588010"/>
                    <a:pt x="704850" y="654050"/>
                  </a:cubicBezTo>
                  <a:cubicBezTo>
                    <a:pt x="756920" y="695960"/>
                    <a:pt x="808990" y="718820"/>
                    <a:pt x="839470" y="745490"/>
                  </a:cubicBezTo>
                  <a:cubicBezTo>
                    <a:pt x="857250" y="762000"/>
                    <a:pt x="871220" y="775970"/>
                    <a:pt x="878840" y="789940"/>
                  </a:cubicBezTo>
                  <a:cubicBezTo>
                    <a:pt x="883920" y="800100"/>
                    <a:pt x="886460" y="807720"/>
                    <a:pt x="886460" y="819150"/>
                  </a:cubicBezTo>
                  <a:cubicBezTo>
                    <a:pt x="886460" y="834390"/>
                    <a:pt x="882650" y="859790"/>
                    <a:pt x="872490" y="876300"/>
                  </a:cubicBezTo>
                  <a:cubicBezTo>
                    <a:pt x="862330" y="891540"/>
                    <a:pt x="844550" y="906780"/>
                    <a:pt x="826770" y="913130"/>
                  </a:cubicBezTo>
                  <a:cubicBezTo>
                    <a:pt x="808990" y="919480"/>
                    <a:pt x="783590" y="918210"/>
                    <a:pt x="767080" y="915670"/>
                  </a:cubicBezTo>
                  <a:cubicBezTo>
                    <a:pt x="756920" y="913130"/>
                    <a:pt x="749300" y="909320"/>
                    <a:pt x="740410" y="901700"/>
                  </a:cubicBezTo>
                  <a:cubicBezTo>
                    <a:pt x="728980" y="891540"/>
                    <a:pt x="711200" y="872490"/>
                    <a:pt x="706120" y="854710"/>
                  </a:cubicBezTo>
                  <a:cubicBezTo>
                    <a:pt x="699770" y="836930"/>
                    <a:pt x="701040" y="812800"/>
                    <a:pt x="707390" y="795020"/>
                  </a:cubicBezTo>
                  <a:cubicBezTo>
                    <a:pt x="713740" y="777240"/>
                    <a:pt x="731520" y="758190"/>
                    <a:pt x="744220" y="749300"/>
                  </a:cubicBezTo>
                  <a:cubicBezTo>
                    <a:pt x="753110" y="741680"/>
                    <a:pt x="762000" y="739140"/>
                    <a:pt x="772160" y="736600"/>
                  </a:cubicBezTo>
                  <a:cubicBezTo>
                    <a:pt x="781050" y="734060"/>
                    <a:pt x="789940" y="732790"/>
                    <a:pt x="801370" y="734060"/>
                  </a:cubicBezTo>
                  <a:cubicBezTo>
                    <a:pt x="816610" y="736600"/>
                    <a:pt x="842010" y="745490"/>
                    <a:pt x="855980" y="756920"/>
                  </a:cubicBezTo>
                  <a:cubicBezTo>
                    <a:pt x="869950" y="769620"/>
                    <a:pt x="881380" y="789940"/>
                    <a:pt x="885190" y="808990"/>
                  </a:cubicBezTo>
                  <a:cubicBezTo>
                    <a:pt x="889000" y="826770"/>
                    <a:pt x="885190" y="850900"/>
                    <a:pt x="877570" y="867410"/>
                  </a:cubicBezTo>
                  <a:cubicBezTo>
                    <a:pt x="868680" y="883920"/>
                    <a:pt x="852170" y="900430"/>
                    <a:pt x="835660" y="909320"/>
                  </a:cubicBezTo>
                  <a:cubicBezTo>
                    <a:pt x="819150" y="918210"/>
                    <a:pt x="800100" y="922020"/>
                    <a:pt x="777240" y="918210"/>
                  </a:cubicBezTo>
                  <a:cubicBezTo>
                    <a:pt x="741680" y="910590"/>
                    <a:pt x="692150" y="876300"/>
                    <a:pt x="651510" y="847090"/>
                  </a:cubicBezTo>
                  <a:cubicBezTo>
                    <a:pt x="601980" y="811530"/>
                    <a:pt x="543560" y="755650"/>
                    <a:pt x="506730" y="715010"/>
                  </a:cubicBezTo>
                  <a:cubicBezTo>
                    <a:pt x="480060" y="684530"/>
                    <a:pt x="472440" y="656590"/>
                    <a:pt x="444500" y="628650"/>
                  </a:cubicBezTo>
                  <a:cubicBezTo>
                    <a:pt x="408940" y="591820"/>
                    <a:pt x="345440" y="565150"/>
                    <a:pt x="299720" y="521970"/>
                  </a:cubicBezTo>
                  <a:cubicBezTo>
                    <a:pt x="247650" y="473710"/>
                    <a:pt x="199390" y="405130"/>
                    <a:pt x="154940" y="346710"/>
                  </a:cubicBezTo>
                  <a:cubicBezTo>
                    <a:pt x="111760" y="290830"/>
                    <a:pt x="63500" y="226060"/>
                    <a:pt x="36830" y="180340"/>
                  </a:cubicBezTo>
                  <a:cubicBezTo>
                    <a:pt x="20320" y="151130"/>
                    <a:pt x="6350" y="128270"/>
                    <a:pt x="2540" y="104140"/>
                  </a:cubicBezTo>
                  <a:cubicBezTo>
                    <a:pt x="0" y="83820"/>
                    <a:pt x="2540" y="60960"/>
                    <a:pt x="11430" y="44450"/>
                  </a:cubicBezTo>
                  <a:cubicBezTo>
                    <a:pt x="20320" y="27940"/>
                    <a:pt x="39370" y="12700"/>
                    <a:pt x="57150" y="6350"/>
                  </a:cubicBezTo>
                  <a:cubicBezTo>
                    <a:pt x="74930" y="0"/>
                    <a:pt x="100330" y="0"/>
                    <a:pt x="118110" y="7620"/>
                  </a:cubicBezTo>
                  <a:cubicBezTo>
                    <a:pt x="134620" y="13970"/>
                    <a:pt x="162560" y="48260"/>
                    <a:pt x="162560" y="48260"/>
                  </a:cubicBezTo>
                </a:path>
              </a:pathLst>
            </a:custGeom>
            <a:solidFill>
              <a:srgbClr val="94AAB8"/>
            </a:solidFill>
            <a:ln cap="sq">
              <a:noFill/>
              <a:prstDash val="solid"/>
              <a:miter/>
            </a:ln>
          </p:spPr>
        </p:sp>
      </p:grpSp>
      <p:grpSp>
        <p:nvGrpSpPr>
          <p:cNvPr name="Group 17" id="17"/>
          <p:cNvGrpSpPr/>
          <p:nvPr/>
        </p:nvGrpSpPr>
        <p:grpSpPr>
          <a:xfrm rot="0">
            <a:off x="13448348" y="2546033"/>
            <a:ext cx="1091565" cy="437197"/>
            <a:chOff x="0" y="0"/>
            <a:chExt cx="1455420" cy="582930"/>
          </a:xfrm>
        </p:grpSpPr>
        <p:sp>
          <p:nvSpPr>
            <p:cNvPr name="Freeform 18" id="18"/>
            <p:cNvSpPr/>
            <p:nvPr/>
          </p:nvSpPr>
          <p:spPr>
            <a:xfrm flipH="false" flipV="false" rot="0">
              <a:off x="48260" y="35560"/>
              <a:ext cx="1360170" cy="497840"/>
            </a:xfrm>
            <a:custGeom>
              <a:avLst/>
              <a:gdLst/>
              <a:ahLst/>
              <a:cxnLst/>
              <a:rect r="r" b="b" t="t" l="l"/>
              <a:pathLst>
                <a:path h="497840" w="1360170">
                  <a:moveTo>
                    <a:pt x="1285240" y="179070"/>
                  </a:moveTo>
                  <a:cubicBezTo>
                    <a:pt x="749300" y="250190"/>
                    <a:pt x="510540" y="336550"/>
                    <a:pt x="363220" y="389890"/>
                  </a:cubicBezTo>
                  <a:cubicBezTo>
                    <a:pt x="261620" y="427990"/>
                    <a:pt x="154940" y="486410"/>
                    <a:pt x="110490" y="495300"/>
                  </a:cubicBezTo>
                  <a:cubicBezTo>
                    <a:pt x="95250" y="497840"/>
                    <a:pt x="90170" y="497840"/>
                    <a:pt x="80010" y="494030"/>
                  </a:cubicBezTo>
                  <a:cubicBezTo>
                    <a:pt x="63500" y="490220"/>
                    <a:pt x="39370" y="478790"/>
                    <a:pt x="26670" y="463550"/>
                  </a:cubicBezTo>
                  <a:cubicBezTo>
                    <a:pt x="13970" y="449580"/>
                    <a:pt x="3810" y="426720"/>
                    <a:pt x="2540" y="407670"/>
                  </a:cubicBezTo>
                  <a:cubicBezTo>
                    <a:pt x="1270" y="388620"/>
                    <a:pt x="6350" y="364490"/>
                    <a:pt x="17780" y="349250"/>
                  </a:cubicBezTo>
                  <a:cubicBezTo>
                    <a:pt x="27940" y="332740"/>
                    <a:pt x="49530" y="317500"/>
                    <a:pt x="64770" y="311150"/>
                  </a:cubicBezTo>
                  <a:cubicBezTo>
                    <a:pt x="74930" y="306070"/>
                    <a:pt x="83820" y="304800"/>
                    <a:pt x="95250" y="304800"/>
                  </a:cubicBezTo>
                  <a:cubicBezTo>
                    <a:pt x="111760" y="306070"/>
                    <a:pt x="139700" y="314960"/>
                    <a:pt x="153670" y="322580"/>
                  </a:cubicBezTo>
                  <a:cubicBezTo>
                    <a:pt x="163830" y="328930"/>
                    <a:pt x="168910" y="335280"/>
                    <a:pt x="175260" y="345440"/>
                  </a:cubicBezTo>
                  <a:cubicBezTo>
                    <a:pt x="184150" y="359410"/>
                    <a:pt x="191770" y="387350"/>
                    <a:pt x="193040" y="403860"/>
                  </a:cubicBezTo>
                  <a:cubicBezTo>
                    <a:pt x="193040" y="415290"/>
                    <a:pt x="191770" y="422910"/>
                    <a:pt x="186690" y="433070"/>
                  </a:cubicBezTo>
                  <a:cubicBezTo>
                    <a:pt x="180340" y="448310"/>
                    <a:pt x="165100" y="471170"/>
                    <a:pt x="148590" y="481330"/>
                  </a:cubicBezTo>
                  <a:cubicBezTo>
                    <a:pt x="132080" y="491490"/>
                    <a:pt x="105410" y="495300"/>
                    <a:pt x="90170" y="495300"/>
                  </a:cubicBezTo>
                  <a:cubicBezTo>
                    <a:pt x="77470" y="495300"/>
                    <a:pt x="69850" y="494030"/>
                    <a:pt x="59690" y="487680"/>
                  </a:cubicBezTo>
                  <a:cubicBezTo>
                    <a:pt x="45720" y="480060"/>
                    <a:pt x="24130" y="463550"/>
                    <a:pt x="13970" y="447040"/>
                  </a:cubicBezTo>
                  <a:cubicBezTo>
                    <a:pt x="5080" y="430530"/>
                    <a:pt x="0" y="406400"/>
                    <a:pt x="2540" y="387350"/>
                  </a:cubicBezTo>
                  <a:cubicBezTo>
                    <a:pt x="5080" y="368300"/>
                    <a:pt x="19050" y="345440"/>
                    <a:pt x="30480" y="332740"/>
                  </a:cubicBezTo>
                  <a:cubicBezTo>
                    <a:pt x="38100" y="323850"/>
                    <a:pt x="41910" y="321310"/>
                    <a:pt x="55880" y="314960"/>
                  </a:cubicBezTo>
                  <a:cubicBezTo>
                    <a:pt x="88900" y="297180"/>
                    <a:pt x="196850" y="269240"/>
                    <a:pt x="251460" y="246380"/>
                  </a:cubicBezTo>
                  <a:cubicBezTo>
                    <a:pt x="292100" y="228600"/>
                    <a:pt x="306070" y="212090"/>
                    <a:pt x="355600" y="193040"/>
                  </a:cubicBezTo>
                  <a:cubicBezTo>
                    <a:pt x="467360" y="149860"/>
                    <a:pt x="808990" y="45720"/>
                    <a:pt x="916940" y="36830"/>
                  </a:cubicBezTo>
                  <a:cubicBezTo>
                    <a:pt x="960120" y="34290"/>
                    <a:pt x="977900" y="49530"/>
                    <a:pt x="1008380" y="46990"/>
                  </a:cubicBezTo>
                  <a:cubicBezTo>
                    <a:pt x="1040130" y="45720"/>
                    <a:pt x="1064260" y="29210"/>
                    <a:pt x="1099820" y="24130"/>
                  </a:cubicBezTo>
                  <a:cubicBezTo>
                    <a:pt x="1154430" y="15240"/>
                    <a:pt x="1259840" y="0"/>
                    <a:pt x="1301750" y="15240"/>
                  </a:cubicBezTo>
                  <a:cubicBezTo>
                    <a:pt x="1324610" y="22860"/>
                    <a:pt x="1338580" y="36830"/>
                    <a:pt x="1347470" y="53340"/>
                  </a:cubicBezTo>
                  <a:cubicBezTo>
                    <a:pt x="1356360" y="69850"/>
                    <a:pt x="1360170" y="95250"/>
                    <a:pt x="1355090" y="113030"/>
                  </a:cubicBezTo>
                  <a:cubicBezTo>
                    <a:pt x="1351280" y="130810"/>
                    <a:pt x="1336040" y="152400"/>
                    <a:pt x="1322070" y="163830"/>
                  </a:cubicBezTo>
                  <a:cubicBezTo>
                    <a:pt x="1311910" y="172720"/>
                    <a:pt x="1285240" y="179070"/>
                    <a:pt x="1285240" y="179070"/>
                  </a:cubicBezTo>
                </a:path>
              </a:pathLst>
            </a:custGeom>
            <a:solidFill>
              <a:srgbClr val="94AAB8"/>
            </a:solidFill>
            <a:ln cap="sq">
              <a:noFill/>
              <a:prstDash val="solid"/>
              <a:miter/>
            </a:ln>
          </p:spPr>
        </p:sp>
      </p:grpSp>
      <p:grpSp>
        <p:nvGrpSpPr>
          <p:cNvPr name="Group 19" id="19"/>
          <p:cNvGrpSpPr/>
          <p:nvPr/>
        </p:nvGrpSpPr>
        <p:grpSpPr>
          <a:xfrm rot="0">
            <a:off x="13270230" y="2882265"/>
            <a:ext cx="192405" cy="199072"/>
            <a:chOff x="0" y="0"/>
            <a:chExt cx="256540" cy="265430"/>
          </a:xfrm>
        </p:grpSpPr>
        <p:sp>
          <p:nvSpPr>
            <p:cNvPr name="Freeform 20" id="20"/>
            <p:cNvSpPr/>
            <p:nvPr/>
          </p:nvSpPr>
          <p:spPr>
            <a:xfrm flipH="false" flipV="false" rot="0">
              <a:off x="43180" y="50800"/>
              <a:ext cx="161290" cy="166370"/>
            </a:xfrm>
            <a:custGeom>
              <a:avLst/>
              <a:gdLst/>
              <a:ahLst/>
              <a:cxnLst/>
              <a:rect r="r" b="b" t="t" l="l"/>
              <a:pathLst>
                <a:path h="166370" w="161290">
                  <a:moveTo>
                    <a:pt x="161290" y="57150"/>
                  </a:moveTo>
                  <a:cubicBezTo>
                    <a:pt x="139700" y="144780"/>
                    <a:pt x="128270" y="152400"/>
                    <a:pt x="116840" y="157480"/>
                  </a:cubicBezTo>
                  <a:cubicBezTo>
                    <a:pt x="104140" y="162560"/>
                    <a:pt x="91440" y="166370"/>
                    <a:pt x="77470" y="163830"/>
                  </a:cubicBezTo>
                  <a:cubicBezTo>
                    <a:pt x="58420" y="160020"/>
                    <a:pt x="24130" y="143510"/>
                    <a:pt x="11430" y="124460"/>
                  </a:cubicBezTo>
                  <a:cubicBezTo>
                    <a:pt x="0" y="105410"/>
                    <a:pt x="1270" y="67310"/>
                    <a:pt x="7620" y="48260"/>
                  </a:cubicBezTo>
                  <a:cubicBezTo>
                    <a:pt x="11430" y="34290"/>
                    <a:pt x="21590" y="24130"/>
                    <a:pt x="31750" y="16510"/>
                  </a:cubicBezTo>
                  <a:cubicBezTo>
                    <a:pt x="41910" y="8890"/>
                    <a:pt x="53340" y="1270"/>
                    <a:pt x="67310" y="0"/>
                  </a:cubicBezTo>
                  <a:cubicBezTo>
                    <a:pt x="87630" y="0"/>
                    <a:pt x="140970" y="22860"/>
                    <a:pt x="140970" y="22860"/>
                  </a:cubicBezTo>
                </a:path>
              </a:pathLst>
            </a:custGeom>
            <a:solidFill>
              <a:srgbClr val="94AAB8"/>
            </a:solidFill>
            <a:ln cap="sq">
              <a:noFill/>
              <a:prstDash val="solid"/>
              <a:miter/>
            </a:ln>
          </p:spPr>
        </p:sp>
      </p:grpSp>
      <p:grpSp>
        <p:nvGrpSpPr>
          <p:cNvPr name="Group 21" id="21"/>
          <p:cNvGrpSpPr/>
          <p:nvPr/>
        </p:nvGrpSpPr>
        <p:grpSpPr>
          <a:xfrm rot="0">
            <a:off x="13642657" y="8930640"/>
            <a:ext cx="1429702" cy="738188"/>
            <a:chOff x="0" y="0"/>
            <a:chExt cx="1906270" cy="984250"/>
          </a:xfrm>
        </p:grpSpPr>
        <p:sp>
          <p:nvSpPr>
            <p:cNvPr name="Freeform 22" id="22"/>
            <p:cNvSpPr/>
            <p:nvPr/>
          </p:nvSpPr>
          <p:spPr>
            <a:xfrm flipH="false" flipV="false" rot="0">
              <a:off x="48260" y="46990"/>
              <a:ext cx="1809750" cy="891540"/>
            </a:xfrm>
            <a:custGeom>
              <a:avLst/>
              <a:gdLst/>
              <a:ahLst/>
              <a:cxnLst/>
              <a:rect r="r" b="b" t="t" l="l"/>
              <a:pathLst>
                <a:path h="891540" w="1809750">
                  <a:moveTo>
                    <a:pt x="1775460" y="153670"/>
                  </a:moveTo>
                  <a:cubicBezTo>
                    <a:pt x="1489710" y="318770"/>
                    <a:pt x="1410970" y="346710"/>
                    <a:pt x="1316990" y="381000"/>
                  </a:cubicBezTo>
                  <a:cubicBezTo>
                    <a:pt x="1197610" y="425450"/>
                    <a:pt x="1010920" y="469900"/>
                    <a:pt x="906780" y="511810"/>
                  </a:cubicBezTo>
                  <a:cubicBezTo>
                    <a:pt x="842010" y="539750"/>
                    <a:pt x="796290" y="574040"/>
                    <a:pt x="750570" y="590550"/>
                  </a:cubicBezTo>
                  <a:cubicBezTo>
                    <a:pt x="718820" y="601980"/>
                    <a:pt x="704850" y="595630"/>
                    <a:pt x="665480" y="609600"/>
                  </a:cubicBezTo>
                  <a:cubicBezTo>
                    <a:pt x="561340" y="646430"/>
                    <a:pt x="213360" y="867410"/>
                    <a:pt x="120650" y="886460"/>
                  </a:cubicBezTo>
                  <a:cubicBezTo>
                    <a:pt x="92710" y="891540"/>
                    <a:pt x="78740" y="890270"/>
                    <a:pt x="60960" y="882650"/>
                  </a:cubicBezTo>
                  <a:cubicBezTo>
                    <a:pt x="43180" y="875030"/>
                    <a:pt x="25400" y="859790"/>
                    <a:pt x="15240" y="843280"/>
                  </a:cubicBezTo>
                  <a:cubicBezTo>
                    <a:pt x="5080" y="826770"/>
                    <a:pt x="0" y="803910"/>
                    <a:pt x="2540" y="784860"/>
                  </a:cubicBezTo>
                  <a:cubicBezTo>
                    <a:pt x="5080" y="765810"/>
                    <a:pt x="17780" y="742950"/>
                    <a:pt x="27940" y="730250"/>
                  </a:cubicBezTo>
                  <a:cubicBezTo>
                    <a:pt x="35560" y="721360"/>
                    <a:pt x="41910" y="716280"/>
                    <a:pt x="52070" y="712470"/>
                  </a:cubicBezTo>
                  <a:cubicBezTo>
                    <a:pt x="67310" y="706120"/>
                    <a:pt x="95250" y="701040"/>
                    <a:pt x="111760" y="702310"/>
                  </a:cubicBezTo>
                  <a:cubicBezTo>
                    <a:pt x="123190" y="703580"/>
                    <a:pt x="130810" y="706120"/>
                    <a:pt x="140970" y="712470"/>
                  </a:cubicBezTo>
                  <a:cubicBezTo>
                    <a:pt x="153670" y="721360"/>
                    <a:pt x="173990" y="741680"/>
                    <a:pt x="181610" y="756920"/>
                  </a:cubicBezTo>
                  <a:cubicBezTo>
                    <a:pt x="186690" y="765810"/>
                    <a:pt x="189230" y="774700"/>
                    <a:pt x="189230" y="786130"/>
                  </a:cubicBezTo>
                  <a:cubicBezTo>
                    <a:pt x="189230" y="801370"/>
                    <a:pt x="186690" y="828040"/>
                    <a:pt x="176530" y="844550"/>
                  </a:cubicBezTo>
                  <a:cubicBezTo>
                    <a:pt x="166370" y="859790"/>
                    <a:pt x="148590" y="876300"/>
                    <a:pt x="130810" y="882650"/>
                  </a:cubicBezTo>
                  <a:cubicBezTo>
                    <a:pt x="113030" y="890270"/>
                    <a:pt x="88900" y="891540"/>
                    <a:pt x="71120" y="886460"/>
                  </a:cubicBezTo>
                  <a:cubicBezTo>
                    <a:pt x="52070" y="880110"/>
                    <a:pt x="33020" y="867410"/>
                    <a:pt x="21590" y="852170"/>
                  </a:cubicBezTo>
                  <a:cubicBezTo>
                    <a:pt x="10160" y="836930"/>
                    <a:pt x="2540" y="814070"/>
                    <a:pt x="2540" y="795020"/>
                  </a:cubicBezTo>
                  <a:cubicBezTo>
                    <a:pt x="2540" y="775970"/>
                    <a:pt x="3810" y="759460"/>
                    <a:pt x="21590" y="737870"/>
                  </a:cubicBezTo>
                  <a:cubicBezTo>
                    <a:pt x="77470" y="671830"/>
                    <a:pt x="379730" y="541020"/>
                    <a:pt x="527050" y="471170"/>
                  </a:cubicBezTo>
                  <a:cubicBezTo>
                    <a:pt x="638810" y="420370"/>
                    <a:pt x="717550" y="389890"/>
                    <a:pt x="824230" y="350520"/>
                  </a:cubicBezTo>
                  <a:cubicBezTo>
                    <a:pt x="947420" y="306070"/>
                    <a:pt x="1101090" y="269240"/>
                    <a:pt x="1226820" y="224790"/>
                  </a:cubicBezTo>
                  <a:cubicBezTo>
                    <a:pt x="1339850" y="184150"/>
                    <a:pt x="1457960" y="139700"/>
                    <a:pt x="1545590" y="96520"/>
                  </a:cubicBezTo>
                  <a:cubicBezTo>
                    <a:pt x="1609090" y="66040"/>
                    <a:pt x="1668780" y="12700"/>
                    <a:pt x="1705610" y="3810"/>
                  </a:cubicBezTo>
                  <a:cubicBezTo>
                    <a:pt x="1723390" y="0"/>
                    <a:pt x="1733550" y="1270"/>
                    <a:pt x="1746250" y="5080"/>
                  </a:cubicBezTo>
                  <a:cubicBezTo>
                    <a:pt x="1762760" y="11430"/>
                    <a:pt x="1784350" y="26670"/>
                    <a:pt x="1794510" y="41910"/>
                  </a:cubicBezTo>
                  <a:cubicBezTo>
                    <a:pt x="1804670" y="58420"/>
                    <a:pt x="1809750" y="82550"/>
                    <a:pt x="1805940" y="101600"/>
                  </a:cubicBezTo>
                  <a:cubicBezTo>
                    <a:pt x="1802130" y="120650"/>
                    <a:pt x="1775460" y="153670"/>
                    <a:pt x="1775460" y="153670"/>
                  </a:cubicBezTo>
                </a:path>
              </a:pathLst>
            </a:custGeom>
            <a:solidFill>
              <a:srgbClr val="94AAB8"/>
            </a:solidFill>
            <a:ln cap="sq">
              <a:noFill/>
              <a:prstDash val="solid"/>
              <a:miter/>
            </a:ln>
          </p:spPr>
        </p:sp>
      </p:grpSp>
      <p:grpSp>
        <p:nvGrpSpPr>
          <p:cNvPr name="Group 23" id="23"/>
          <p:cNvGrpSpPr/>
          <p:nvPr/>
        </p:nvGrpSpPr>
        <p:grpSpPr>
          <a:xfrm rot="0">
            <a:off x="8903970" y="8929688"/>
            <a:ext cx="754380" cy="1043940"/>
            <a:chOff x="0" y="0"/>
            <a:chExt cx="1005840" cy="1391920"/>
          </a:xfrm>
        </p:grpSpPr>
        <p:sp>
          <p:nvSpPr>
            <p:cNvPr name="Freeform 24" id="24"/>
            <p:cNvSpPr/>
            <p:nvPr/>
          </p:nvSpPr>
          <p:spPr>
            <a:xfrm flipH="false" flipV="false" rot="0">
              <a:off x="46990" y="48260"/>
              <a:ext cx="909320" cy="1294130"/>
            </a:xfrm>
            <a:custGeom>
              <a:avLst/>
              <a:gdLst/>
              <a:ahLst/>
              <a:cxnLst/>
              <a:rect r="r" b="b" t="t" l="l"/>
              <a:pathLst>
                <a:path h="1294130" w="909320">
                  <a:moveTo>
                    <a:pt x="170180" y="63500"/>
                  </a:moveTo>
                  <a:cubicBezTo>
                    <a:pt x="335280" y="577850"/>
                    <a:pt x="342900" y="585470"/>
                    <a:pt x="367030" y="617220"/>
                  </a:cubicBezTo>
                  <a:cubicBezTo>
                    <a:pt x="408940" y="676910"/>
                    <a:pt x="491490" y="770890"/>
                    <a:pt x="570230" y="852170"/>
                  </a:cubicBezTo>
                  <a:cubicBezTo>
                    <a:pt x="662940" y="948690"/>
                    <a:pt x="858520" y="1084580"/>
                    <a:pt x="895350" y="1150620"/>
                  </a:cubicBezTo>
                  <a:cubicBezTo>
                    <a:pt x="908050" y="1174750"/>
                    <a:pt x="909320" y="1191260"/>
                    <a:pt x="906780" y="1210310"/>
                  </a:cubicBezTo>
                  <a:cubicBezTo>
                    <a:pt x="904240" y="1229360"/>
                    <a:pt x="894080" y="1250950"/>
                    <a:pt x="880110" y="1264920"/>
                  </a:cubicBezTo>
                  <a:cubicBezTo>
                    <a:pt x="867410" y="1277620"/>
                    <a:pt x="842010" y="1287780"/>
                    <a:pt x="826770" y="1291590"/>
                  </a:cubicBezTo>
                  <a:cubicBezTo>
                    <a:pt x="815340" y="1294130"/>
                    <a:pt x="806450" y="1294130"/>
                    <a:pt x="796290" y="1291590"/>
                  </a:cubicBezTo>
                  <a:cubicBezTo>
                    <a:pt x="779780" y="1286510"/>
                    <a:pt x="755650" y="1276350"/>
                    <a:pt x="742950" y="1261110"/>
                  </a:cubicBezTo>
                  <a:cubicBezTo>
                    <a:pt x="730250" y="1247140"/>
                    <a:pt x="721360" y="1221740"/>
                    <a:pt x="718820" y="1206500"/>
                  </a:cubicBezTo>
                  <a:cubicBezTo>
                    <a:pt x="716280" y="1195070"/>
                    <a:pt x="717550" y="1186180"/>
                    <a:pt x="721360" y="1176020"/>
                  </a:cubicBezTo>
                  <a:cubicBezTo>
                    <a:pt x="726440" y="1160780"/>
                    <a:pt x="741680" y="1135380"/>
                    <a:pt x="753110" y="1125220"/>
                  </a:cubicBezTo>
                  <a:cubicBezTo>
                    <a:pt x="762000" y="1116330"/>
                    <a:pt x="768350" y="1112520"/>
                    <a:pt x="779780" y="1108710"/>
                  </a:cubicBezTo>
                  <a:cubicBezTo>
                    <a:pt x="795020" y="1104900"/>
                    <a:pt x="821690" y="1102360"/>
                    <a:pt x="839470" y="1107440"/>
                  </a:cubicBezTo>
                  <a:cubicBezTo>
                    <a:pt x="858520" y="1112520"/>
                    <a:pt x="878840" y="1130300"/>
                    <a:pt x="889000" y="1141730"/>
                  </a:cubicBezTo>
                  <a:cubicBezTo>
                    <a:pt x="896620" y="1150620"/>
                    <a:pt x="900430" y="1158240"/>
                    <a:pt x="902970" y="1169670"/>
                  </a:cubicBezTo>
                  <a:cubicBezTo>
                    <a:pt x="906780" y="1184910"/>
                    <a:pt x="908050" y="1211580"/>
                    <a:pt x="901700" y="1229360"/>
                  </a:cubicBezTo>
                  <a:cubicBezTo>
                    <a:pt x="895350" y="1248410"/>
                    <a:pt x="880110" y="1267460"/>
                    <a:pt x="864870" y="1277620"/>
                  </a:cubicBezTo>
                  <a:cubicBezTo>
                    <a:pt x="848360" y="1287780"/>
                    <a:pt x="825500" y="1294130"/>
                    <a:pt x="806450" y="1292860"/>
                  </a:cubicBezTo>
                  <a:cubicBezTo>
                    <a:pt x="787400" y="1290320"/>
                    <a:pt x="774700" y="1283970"/>
                    <a:pt x="750570" y="1268730"/>
                  </a:cubicBezTo>
                  <a:cubicBezTo>
                    <a:pt x="690880" y="1230630"/>
                    <a:pt x="560070" y="1108710"/>
                    <a:pt x="472440" y="1019810"/>
                  </a:cubicBezTo>
                  <a:cubicBezTo>
                    <a:pt x="383540" y="930910"/>
                    <a:pt x="283210" y="821690"/>
                    <a:pt x="222250" y="735330"/>
                  </a:cubicBezTo>
                  <a:cubicBezTo>
                    <a:pt x="177800" y="671830"/>
                    <a:pt x="154940" y="633730"/>
                    <a:pt x="124460" y="558800"/>
                  </a:cubicBezTo>
                  <a:cubicBezTo>
                    <a:pt x="77470" y="441960"/>
                    <a:pt x="0" y="171450"/>
                    <a:pt x="3810" y="90170"/>
                  </a:cubicBezTo>
                  <a:cubicBezTo>
                    <a:pt x="3810" y="62230"/>
                    <a:pt x="10160" y="46990"/>
                    <a:pt x="22860" y="33020"/>
                  </a:cubicBezTo>
                  <a:cubicBezTo>
                    <a:pt x="34290" y="17780"/>
                    <a:pt x="55880" y="6350"/>
                    <a:pt x="74930" y="2540"/>
                  </a:cubicBezTo>
                  <a:cubicBezTo>
                    <a:pt x="93980" y="0"/>
                    <a:pt x="118110" y="5080"/>
                    <a:pt x="134620" y="15240"/>
                  </a:cubicBezTo>
                  <a:cubicBezTo>
                    <a:pt x="149860" y="25400"/>
                    <a:pt x="170180" y="63500"/>
                    <a:pt x="170180" y="63500"/>
                  </a:cubicBezTo>
                </a:path>
              </a:pathLst>
            </a:custGeom>
            <a:solidFill>
              <a:srgbClr val="94AAB8"/>
            </a:solidFill>
            <a:ln cap="sq">
              <a:noFill/>
              <a:prstDash val="solid"/>
              <a:miter/>
            </a:ln>
          </p:spPr>
        </p:sp>
      </p:grpSp>
      <p:grpSp>
        <p:nvGrpSpPr>
          <p:cNvPr name="Group 25" id="25"/>
          <p:cNvGrpSpPr/>
          <p:nvPr/>
        </p:nvGrpSpPr>
        <p:grpSpPr>
          <a:xfrm rot="0">
            <a:off x="9654540" y="9873615"/>
            <a:ext cx="199072" cy="194310"/>
            <a:chOff x="0" y="0"/>
            <a:chExt cx="265430" cy="259080"/>
          </a:xfrm>
        </p:grpSpPr>
        <p:sp>
          <p:nvSpPr>
            <p:cNvPr name="Freeform 26" id="26"/>
            <p:cNvSpPr/>
            <p:nvPr/>
          </p:nvSpPr>
          <p:spPr>
            <a:xfrm flipH="false" flipV="false" rot="0">
              <a:off x="49530" y="49530"/>
              <a:ext cx="162560" cy="167640"/>
            </a:xfrm>
            <a:custGeom>
              <a:avLst/>
              <a:gdLst/>
              <a:ahLst/>
              <a:cxnLst/>
              <a:rect r="r" b="b" t="t" l="l"/>
              <a:pathLst>
                <a:path h="167640" w="162560">
                  <a:moveTo>
                    <a:pt x="162560" y="58420"/>
                  </a:moveTo>
                  <a:cubicBezTo>
                    <a:pt x="158750" y="116840"/>
                    <a:pt x="138430" y="148590"/>
                    <a:pt x="116840" y="158750"/>
                  </a:cubicBezTo>
                  <a:cubicBezTo>
                    <a:pt x="96520" y="167640"/>
                    <a:pt x="58420" y="161290"/>
                    <a:pt x="40640" y="153670"/>
                  </a:cubicBezTo>
                  <a:cubicBezTo>
                    <a:pt x="27940" y="147320"/>
                    <a:pt x="19050" y="137160"/>
                    <a:pt x="12700" y="125730"/>
                  </a:cubicBezTo>
                  <a:cubicBezTo>
                    <a:pt x="6350" y="114300"/>
                    <a:pt x="0" y="102870"/>
                    <a:pt x="1270" y="87630"/>
                  </a:cubicBezTo>
                  <a:cubicBezTo>
                    <a:pt x="2540" y="68580"/>
                    <a:pt x="17780" y="31750"/>
                    <a:pt x="33020" y="17780"/>
                  </a:cubicBezTo>
                  <a:cubicBezTo>
                    <a:pt x="41910" y="7620"/>
                    <a:pt x="54610" y="2540"/>
                    <a:pt x="68580" y="1270"/>
                  </a:cubicBezTo>
                  <a:cubicBezTo>
                    <a:pt x="88900" y="0"/>
                    <a:pt x="142240" y="24130"/>
                    <a:pt x="142240" y="24130"/>
                  </a:cubicBezTo>
                </a:path>
              </a:pathLst>
            </a:custGeom>
            <a:solidFill>
              <a:srgbClr val="94AAB8"/>
            </a:solidFill>
            <a:ln cap="sq">
              <a:noFill/>
              <a:prstDash val="solid"/>
              <a:miter/>
            </a:ln>
          </p:spPr>
        </p:sp>
      </p:grpSp>
      <p:grpSp>
        <p:nvGrpSpPr>
          <p:cNvPr name="Group 27" id="27"/>
          <p:cNvGrpSpPr/>
          <p:nvPr/>
        </p:nvGrpSpPr>
        <p:grpSpPr>
          <a:xfrm rot="0">
            <a:off x="6782753" y="6224588"/>
            <a:ext cx="1232535" cy="718185"/>
            <a:chOff x="0" y="0"/>
            <a:chExt cx="1643380" cy="957580"/>
          </a:xfrm>
        </p:grpSpPr>
        <p:sp>
          <p:nvSpPr>
            <p:cNvPr name="Freeform 28" id="28"/>
            <p:cNvSpPr/>
            <p:nvPr/>
          </p:nvSpPr>
          <p:spPr>
            <a:xfrm flipH="false" flipV="false" rot="0">
              <a:off x="44450" y="50800"/>
              <a:ext cx="1551940" cy="857250"/>
            </a:xfrm>
            <a:custGeom>
              <a:avLst/>
              <a:gdLst/>
              <a:ahLst/>
              <a:cxnLst/>
              <a:rect r="r" b="b" t="t" l="l"/>
              <a:pathLst>
                <a:path h="857250" w="1551940">
                  <a:moveTo>
                    <a:pt x="123190" y="8890"/>
                  </a:moveTo>
                  <a:cubicBezTo>
                    <a:pt x="278130" y="78740"/>
                    <a:pt x="505460" y="128270"/>
                    <a:pt x="612140" y="167640"/>
                  </a:cubicBezTo>
                  <a:cubicBezTo>
                    <a:pt x="680720" y="194310"/>
                    <a:pt x="709930" y="218440"/>
                    <a:pt x="777240" y="247650"/>
                  </a:cubicBezTo>
                  <a:cubicBezTo>
                    <a:pt x="877570" y="290830"/>
                    <a:pt x="1083310" y="353060"/>
                    <a:pt x="1162050" y="392430"/>
                  </a:cubicBezTo>
                  <a:cubicBezTo>
                    <a:pt x="1200150" y="411480"/>
                    <a:pt x="1207770" y="417830"/>
                    <a:pt x="1240790" y="444500"/>
                  </a:cubicBezTo>
                  <a:cubicBezTo>
                    <a:pt x="1310640" y="497840"/>
                    <a:pt x="1506220" y="656590"/>
                    <a:pt x="1539240" y="718820"/>
                  </a:cubicBezTo>
                  <a:cubicBezTo>
                    <a:pt x="1551940" y="744220"/>
                    <a:pt x="1549400" y="763270"/>
                    <a:pt x="1546860" y="779780"/>
                  </a:cubicBezTo>
                  <a:cubicBezTo>
                    <a:pt x="1545590" y="791210"/>
                    <a:pt x="1543050" y="798830"/>
                    <a:pt x="1536700" y="807720"/>
                  </a:cubicBezTo>
                  <a:cubicBezTo>
                    <a:pt x="1526540" y="821690"/>
                    <a:pt x="1506220" y="840740"/>
                    <a:pt x="1490980" y="848360"/>
                  </a:cubicBezTo>
                  <a:cubicBezTo>
                    <a:pt x="1480820" y="853440"/>
                    <a:pt x="1471930" y="854710"/>
                    <a:pt x="1461770" y="855980"/>
                  </a:cubicBezTo>
                  <a:cubicBezTo>
                    <a:pt x="1451610" y="855980"/>
                    <a:pt x="1441450" y="855980"/>
                    <a:pt x="1431290" y="853440"/>
                  </a:cubicBezTo>
                  <a:cubicBezTo>
                    <a:pt x="1416050" y="847090"/>
                    <a:pt x="1391920" y="835660"/>
                    <a:pt x="1380490" y="820420"/>
                  </a:cubicBezTo>
                  <a:cubicBezTo>
                    <a:pt x="1367790" y="805180"/>
                    <a:pt x="1360170" y="782320"/>
                    <a:pt x="1360170" y="763270"/>
                  </a:cubicBezTo>
                  <a:cubicBezTo>
                    <a:pt x="1358900" y="744220"/>
                    <a:pt x="1369060" y="720090"/>
                    <a:pt x="1377950" y="706120"/>
                  </a:cubicBezTo>
                  <a:cubicBezTo>
                    <a:pt x="1383030" y="695960"/>
                    <a:pt x="1389380" y="689610"/>
                    <a:pt x="1399540" y="684530"/>
                  </a:cubicBezTo>
                  <a:cubicBezTo>
                    <a:pt x="1413510" y="675640"/>
                    <a:pt x="1437640" y="665480"/>
                    <a:pt x="1456690" y="666750"/>
                  </a:cubicBezTo>
                  <a:cubicBezTo>
                    <a:pt x="1475740" y="666750"/>
                    <a:pt x="1498600" y="675640"/>
                    <a:pt x="1513840" y="687070"/>
                  </a:cubicBezTo>
                  <a:cubicBezTo>
                    <a:pt x="1529080" y="699770"/>
                    <a:pt x="1541780" y="720090"/>
                    <a:pt x="1545590" y="739140"/>
                  </a:cubicBezTo>
                  <a:cubicBezTo>
                    <a:pt x="1550670" y="756920"/>
                    <a:pt x="1545590" y="783590"/>
                    <a:pt x="1540510" y="798830"/>
                  </a:cubicBezTo>
                  <a:cubicBezTo>
                    <a:pt x="1536700" y="810260"/>
                    <a:pt x="1532890" y="816610"/>
                    <a:pt x="1524000" y="824230"/>
                  </a:cubicBezTo>
                  <a:cubicBezTo>
                    <a:pt x="1512570" y="835660"/>
                    <a:pt x="1490980" y="850900"/>
                    <a:pt x="1471930" y="854710"/>
                  </a:cubicBezTo>
                  <a:cubicBezTo>
                    <a:pt x="1452880" y="857250"/>
                    <a:pt x="1433830" y="855980"/>
                    <a:pt x="1412240" y="845820"/>
                  </a:cubicBezTo>
                  <a:cubicBezTo>
                    <a:pt x="1376680" y="830580"/>
                    <a:pt x="1322070" y="778510"/>
                    <a:pt x="1287780" y="744220"/>
                  </a:cubicBezTo>
                  <a:cubicBezTo>
                    <a:pt x="1258570" y="715010"/>
                    <a:pt x="1245870" y="684530"/>
                    <a:pt x="1215390" y="656590"/>
                  </a:cubicBezTo>
                  <a:cubicBezTo>
                    <a:pt x="1177290" y="622300"/>
                    <a:pt x="1141730" y="594360"/>
                    <a:pt x="1075690" y="556260"/>
                  </a:cubicBezTo>
                  <a:cubicBezTo>
                    <a:pt x="942340" y="481330"/>
                    <a:pt x="579120" y="328930"/>
                    <a:pt x="434340" y="281940"/>
                  </a:cubicBezTo>
                  <a:cubicBezTo>
                    <a:pt x="363220" y="260350"/>
                    <a:pt x="327660" y="265430"/>
                    <a:pt x="270510" y="247650"/>
                  </a:cubicBezTo>
                  <a:cubicBezTo>
                    <a:pt x="200660" y="227330"/>
                    <a:pt x="90170" y="189230"/>
                    <a:pt x="48260" y="160020"/>
                  </a:cubicBezTo>
                  <a:cubicBezTo>
                    <a:pt x="26670" y="146050"/>
                    <a:pt x="13970" y="133350"/>
                    <a:pt x="7620" y="116840"/>
                  </a:cubicBezTo>
                  <a:cubicBezTo>
                    <a:pt x="0" y="99060"/>
                    <a:pt x="0" y="73660"/>
                    <a:pt x="6350" y="57150"/>
                  </a:cubicBezTo>
                  <a:cubicBezTo>
                    <a:pt x="12700" y="39370"/>
                    <a:pt x="30480" y="20320"/>
                    <a:pt x="44450" y="11430"/>
                  </a:cubicBezTo>
                  <a:cubicBezTo>
                    <a:pt x="57150" y="3810"/>
                    <a:pt x="71120" y="1270"/>
                    <a:pt x="83820" y="0"/>
                  </a:cubicBezTo>
                  <a:cubicBezTo>
                    <a:pt x="96520" y="0"/>
                    <a:pt x="123190" y="8890"/>
                    <a:pt x="123190" y="8890"/>
                  </a:cubicBezTo>
                </a:path>
              </a:pathLst>
            </a:custGeom>
            <a:solidFill>
              <a:srgbClr val="94AAB8"/>
            </a:solidFill>
            <a:ln cap="sq">
              <a:noFill/>
              <a:prstDash val="solid"/>
              <a:miter/>
            </a:ln>
          </p:spPr>
        </p:sp>
      </p:grpSp>
      <p:grpSp>
        <p:nvGrpSpPr>
          <p:cNvPr name="Group 29" id="29"/>
          <p:cNvGrpSpPr/>
          <p:nvPr/>
        </p:nvGrpSpPr>
        <p:grpSpPr>
          <a:xfrm rot="0">
            <a:off x="5384482" y="9655493"/>
            <a:ext cx="1075373" cy="485775"/>
            <a:chOff x="0" y="0"/>
            <a:chExt cx="1433830" cy="647700"/>
          </a:xfrm>
        </p:grpSpPr>
        <p:sp>
          <p:nvSpPr>
            <p:cNvPr name="Freeform 30" id="30"/>
            <p:cNvSpPr/>
            <p:nvPr/>
          </p:nvSpPr>
          <p:spPr>
            <a:xfrm flipH="false" flipV="false" rot="0">
              <a:off x="49530" y="46990"/>
              <a:ext cx="1338580" cy="551180"/>
            </a:xfrm>
            <a:custGeom>
              <a:avLst/>
              <a:gdLst/>
              <a:ahLst/>
              <a:cxnLst/>
              <a:rect r="r" b="b" t="t" l="l"/>
              <a:pathLst>
                <a:path h="551180" w="1338580">
                  <a:moveTo>
                    <a:pt x="1290320" y="162560"/>
                  </a:moveTo>
                  <a:cubicBezTo>
                    <a:pt x="981710" y="293370"/>
                    <a:pt x="933450" y="289560"/>
                    <a:pt x="855980" y="311150"/>
                  </a:cubicBezTo>
                  <a:cubicBezTo>
                    <a:pt x="731520" y="345440"/>
                    <a:pt x="519430" y="440690"/>
                    <a:pt x="381000" y="482600"/>
                  </a:cubicBezTo>
                  <a:cubicBezTo>
                    <a:pt x="278130" y="514350"/>
                    <a:pt x="161290" y="548640"/>
                    <a:pt x="102870" y="548640"/>
                  </a:cubicBezTo>
                  <a:cubicBezTo>
                    <a:pt x="77470" y="549910"/>
                    <a:pt x="60960" y="546100"/>
                    <a:pt x="45720" y="535940"/>
                  </a:cubicBezTo>
                  <a:cubicBezTo>
                    <a:pt x="29210" y="527050"/>
                    <a:pt x="13970" y="505460"/>
                    <a:pt x="7620" y="491490"/>
                  </a:cubicBezTo>
                  <a:cubicBezTo>
                    <a:pt x="2540" y="481330"/>
                    <a:pt x="0" y="473710"/>
                    <a:pt x="1270" y="462280"/>
                  </a:cubicBezTo>
                  <a:cubicBezTo>
                    <a:pt x="1270" y="445770"/>
                    <a:pt x="6350" y="420370"/>
                    <a:pt x="16510" y="405130"/>
                  </a:cubicBezTo>
                  <a:cubicBezTo>
                    <a:pt x="26670" y="388620"/>
                    <a:pt x="45720" y="374650"/>
                    <a:pt x="63500" y="368300"/>
                  </a:cubicBezTo>
                  <a:cubicBezTo>
                    <a:pt x="81280" y="363220"/>
                    <a:pt x="107950" y="364490"/>
                    <a:pt x="123190" y="368300"/>
                  </a:cubicBezTo>
                  <a:cubicBezTo>
                    <a:pt x="134620" y="372110"/>
                    <a:pt x="140970" y="375920"/>
                    <a:pt x="149860" y="383540"/>
                  </a:cubicBezTo>
                  <a:cubicBezTo>
                    <a:pt x="161290" y="393700"/>
                    <a:pt x="177800" y="414020"/>
                    <a:pt x="182880" y="431800"/>
                  </a:cubicBezTo>
                  <a:cubicBezTo>
                    <a:pt x="187960" y="450850"/>
                    <a:pt x="184150" y="476250"/>
                    <a:pt x="180340" y="491490"/>
                  </a:cubicBezTo>
                  <a:cubicBezTo>
                    <a:pt x="176530" y="501650"/>
                    <a:pt x="172720" y="509270"/>
                    <a:pt x="163830" y="516890"/>
                  </a:cubicBezTo>
                  <a:cubicBezTo>
                    <a:pt x="152400" y="528320"/>
                    <a:pt x="132080" y="543560"/>
                    <a:pt x="113030" y="547370"/>
                  </a:cubicBezTo>
                  <a:cubicBezTo>
                    <a:pt x="95250" y="551180"/>
                    <a:pt x="71120" y="548640"/>
                    <a:pt x="54610" y="541020"/>
                  </a:cubicBezTo>
                  <a:cubicBezTo>
                    <a:pt x="36830" y="533400"/>
                    <a:pt x="20320" y="513080"/>
                    <a:pt x="11430" y="500380"/>
                  </a:cubicBezTo>
                  <a:cubicBezTo>
                    <a:pt x="5080" y="490220"/>
                    <a:pt x="2540" y="482600"/>
                    <a:pt x="1270" y="471170"/>
                  </a:cubicBezTo>
                  <a:cubicBezTo>
                    <a:pt x="0" y="455930"/>
                    <a:pt x="2540" y="429260"/>
                    <a:pt x="11430" y="412750"/>
                  </a:cubicBezTo>
                  <a:cubicBezTo>
                    <a:pt x="20320" y="396240"/>
                    <a:pt x="33020" y="383540"/>
                    <a:pt x="54610" y="372110"/>
                  </a:cubicBezTo>
                  <a:cubicBezTo>
                    <a:pt x="96520" y="350520"/>
                    <a:pt x="175260" y="353060"/>
                    <a:pt x="259080" y="330200"/>
                  </a:cubicBezTo>
                  <a:cubicBezTo>
                    <a:pt x="400050" y="292100"/>
                    <a:pt x="671830" y="176530"/>
                    <a:pt x="817880" y="137160"/>
                  </a:cubicBezTo>
                  <a:cubicBezTo>
                    <a:pt x="909320" y="113030"/>
                    <a:pt x="975360" y="118110"/>
                    <a:pt x="1046480" y="93980"/>
                  </a:cubicBezTo>
                  <a:cubicBezTo>
                    <a:pt x="1113790" y="72390"/>
                    <a:pt x="1187450" y="11430"/>
                    <a:pt x="1234440" y="3810"/>
                  </a:cubicBezTo>
                  <a:cubicBezTo>
                    <a:pt x="1258570" y="0"/>
                    <a:pt x="1277620" y="2540"/>
                    <a:pt x="1294130" y="12700"/>
                  </a:cubicBezTo>
                  <a:cubicBezTo>
                    <a:pt x="1310640" y="21590"/>
                    <a:pt x="1325880" y="40640"/>
                    <a:pt x="1332230" y="58420"/>
                  </a:cubicBezTo>
                  <a:cubicBezTo>
                    <a:pt x="1338580" y="76200"/>
                    <a:pt x="1338580" y="100330"/>
                    <a:pt x="1330960" y="118110"/>
                  </a:cubicBezTo>
                  <a:cubicBezTo>
                    <a:pt x="1324610" y="135890"/>
                    <a:pt x="1290320" y="162560"/>
                    <a:pt x="1290320" y="162560"/>
                  </a:cubicBezTo>
                </a:path>
              </a:pathLst>
            </a:custGeom>
            <a:solidFill>
              <a:srgbClr val="94AAB8"/>
            </a:solidFill>
            <a:ln cap="sq">
              <a:noFill/>
              <a:prstDash val="solid"/>
              <a:miter/>
            </a:ln>
          </p:spPr>
        </p:sp>
      </p:grpSp>
      <p:sp>
        <p:nvSpPr>
          <p:cNvPr name="TextBox 31" id="31"/>
          <p:cNvSpPr txBox="true"/>
          <p:nvPr/>
        </p:nvSpPr>
        <p:spPr>
          <a:xfrm rot="0">
            <a:off x="2520505" y="7368590"/>
            <a:ext cx="5004474" cy="10763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3. Akamaro ko kwipimisha virusi itera SIDA</a:t>
            </a:r>
          </a:p>
        </p:txBody>
      </p:sp>
      <p:sp>
        <p:nvSpPr>
          <p:cNvPr name="TextBox 32" id="32"/>
          <p:cNvSpPr txBox="true"/>
          <p:nvPr/>
        </p:nvSpPr>
        <p:spPr>
          <a:xfrm rot="0">
            <a:off x="9510813" y="7182351"/>
            <a:ext cx="5004474" cy="16097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4. Kurwanya akato n’ihezwa bikorerwa abafitevirusi itera SIDA</a:t>
            </a:r>
          </a:p>
        </p:txBody>
      </p:sp>
      <p:sp>
        <p:nvSpPr>
          <p:cNvPr name="TextBox 33" id="33"/>
          <p:cNvSpPr txBox="true"/>
          <p:nvPr/>
        </p:nvSpPr>
        <p:spPr>
          <a:xfrm rot="0">
            <a:off x="3257261" y="3297487"/>
            <a:ext cx="5004474" cy="2143125"/>
          </a:xfrm>
          <a:prstGeom prst="rect">
            <a:avLst/>
          </a:prstGeom>
        </p:spPr>
        <p:txBody>
          <a:bodyPr anchor="t" rtlCol="false" tIns="0" lIns="0" bIns="0" rIns="0">
            <a:spAutoFit/>
          </a:bodyPr>
          <a:lstStyle/>
          <a:p>
            <a:pPr algn="ctr" marL="647700" indent="-323850" lvl="1">
              <a:lnSpc>
                <a:spcPts val="4200"/>
              </a:lnSpc>
              <a:buAutoNum type="arabicPeriod" startAt="1"/>
            </a:pPr>
            <a:r>
              <a:rPr lang="en-US" sz="3000">
                <a:solidFill>
                  <a:srgbClr val="3B365F"/>
                </a:solidFill>
                <a:latin typeface="Coco Gothic"/>
                <a:ea typeface="Coco Gothic"/>
                <a:cs typeface="Coco Gothic"/>
                <a:sym typeface="Coco Gothic"/>
              </a:rPr>
              <a:t>Ubusobanuro kuri virusi itera SIDA na SIDA ubwayo n’uburyo yandurwa</a:t>
            </a:r>
          </a:p>
        </p:txBody>
      </p:sp>
      <p:sp>
        <p:nvSpPr>
          <p:cNvPr name="TextBox 34" id="34"/>
          <p:cNvSpPr txBox="true"/>
          <p:nvPr/>
        </p:nvSpPr>
        <p:spPr>
          <a:xfrm rot="0">
            <a:off x="10428022" y="3830887"/>
            <a:ext cx="5004474" cy="10763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2. Uburyo bwo kwirinda Virusi itera SIDA</a:t>
            </a:r>
          </a:p>
        </p:txBody>
      </p:sp>
      <p:sp>
        <p:nvSpPr>
          <p:cNvPr name="TextBox 35" id="35"/>
          <p:cNvSpPr txBox="true"/>
          <p:nvPr/>
        </p:nvSpPr>
        <p:spPr>
          <a:xfrm rot="0">
            <a:off x="2855505" y="396359"/>
            <a:ext cx="12576991" cy="1120775"/>
          </a:xfrm>
          <a:prstGeom prst="rect">
            <a:avLst/>
          </a:prstGeom>
        </p:spPr>
        <p:txBody>
          <a:bodyPr anchor="t" rtlCol="false" tIns="0" lIns="0" bIns="0" rIns="0">
            <a:spAutoFit/>
          </a:bodyPr>
          <a:lstStyle/>
          <a:p>
            <a:pPr algn="ctr">
              <a:lnSpc>
                <a:spcPts val="9100"/>
              </a:lnSpc>
            </a:pPr>
            <a:r>
              <a:rPr lang="en-US" sz="6500">
                <a:solidFill>
                  <a:srgbClr val="3B365F"/>
                </a:solidFill>
                <a:latin typeface="TAN Headline"/>
                <a:ea typeface="TAN Headline"/>
                <a:cs typeface="TAN Headline"/>
                <a:sym typeface="TAN Headline"/>
              </a:rPr>
              <a:t>Ibyigwa</a:t>
            </a:r>
          </a:p>
        </p:txBody>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false" flipV="false" rot="10385461">
            <a:off x="-3184086" y="-1008853"/>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441338">
            <a:off x="8981625" y="1549050"/>
            <a:ext cx="8104724" cy="5087159"/>
          </a:xfrm>
          <a:custGeom>
            <a:avLst/>
            <a:gdLst/>
            <a:ahLst/>
            <a:cxnLst/>
            <a:rect r="r" b="b" t="t" l="l"/>
            <a:pathLst>
              <a:path h="5087159" w="8104724">
                <a:moveTo>
                  <a:pt x="8104724" y="0"/>
                </a:moveTo>
                <a:lnTo>
                  <a:pt x="0" y="0"/>
                </a:lnTo>
                <a:lnTo>
                  <a:pt x="0" y="5087159"/>
                </a:lnTo>
                <a:lnTo>
                  <a:pt x="8104724" y="5087159"/>
                </a:lnTo>
                <a:lnTo>
                  <a:pt x="810472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034701" y="2687479"/>
            <a:ext cx="5262840"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Imyifatire</a:t>
            </a:r>
          </a:p>
        </p:txBody>
      </p:sp>
      <p:sp>
        <p:nvSpPr>
          <p:cNvPr name="Freeform 5" id="5"/>
          <p:cNvSpPr/>
          <p:nvPr/>
        </p:nvSpPr>
        <p:spPr>
          <a:xfrm flipH="true" flipV="false" rot="-441338">
            <a:off x="655367" y="137249"/>
            <a:ext cx="8043462" cy="5048706"/>
          </a:xfrm>
          <a:custGeom>
            <a:avLst/>
            <a:gdLst/>
            <a:ahLst/>
            <a:cxnLst/>
            <a:rect r="r" b="b" t="t" l="l"/>
            <a:pathLst>
              <a:path h="5048706" w="8043462">
                <a:moveTo>
                  <a:pt x="8043461" y="0"/>
                </a:moveTo>
                <a:lnTo>
                  <a:pt x="0" y="0"/>
                </a:lnTo>
                <a:lnTo>
                  <a:pt x="0" y="5048706"/>
                </a:lnTo>
                <a:lnTo>
                  <a:pt x="8043461" y="5048706"/>
                </a:lnTo>
                <a:lnTo>
                  <a:pt x="804346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441338">
            <a:off x="292300" y="4945469"/>
            <a:ext cx="8104724" cy="5087159"/>
          </a:xfrm>
          <a:custGeom>
            <a:avLst/>
            <a:gdLst/>
            <a:ahLst/>
            <a:cxnLst/>
            <a:rect r="r" b="b" t="t" l="l"/>
            <a:pathLst>
              <a:path h="5087159" w="8104724">
                <a:moveTo>
                  <a:pt x="8104724" y="0"/>
                </a:moveTo>
                <a:lnTo>
                  <a:pt x="0" y="0"/>
                </a:lnTo>
                <a:lnTo>
                  <a:pt x="0" y="5087160"/>
                </a:lnTo>
                <a:lnTo>
                  <a:pt x="8104724" y="5087160"/>
                </a:lnTo>
                <a:lnTo>
                  <a:pt x="810472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988919" y="5145740"/>
            <a:ext cx="4915980" cy="5239901"/>
          </a:xfrm>
          <a:custGeom>
            <a:avLst/>
            <a:gdLst/>
            <a:ahLst/>
            <a:cxnLst/>
            <a:rect r="r" b="b" t="t" l="l"/>
            <a:pathLst>
              <a:path h="5239901" w="4915980">
                <a:moveTo>
                  <a:pt x="0" y="0"/>
                </a:moveTo>
                <a:lnTo>
                  <a:pt x="4915979" y="0"/>
                </a:lnTo>
                <a:lnTo>
                  <a:pt x="4915979" y="5239901"/>
                </a:lnTo>
                <a:lnTo>
                  <a:pt x="0" y="52399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4285979" y="5762796"/>
            <a:ext cx="2973321" cy="4767715"/>
          </a:xfrm>
          <a:custGeom>
            <a:avLst/>
            <a:gdLst/>
            <a:ahLst/>
            <a:cxnLst/>
            <a:rect r="r" b="b" t="t" l="l"/>
            <a:pathLst>
              <a:path h="4767715" w="2973321">
                <a:moveTo>
                  <a:pt x="2973321" y="0"/>
                </a:moveTo>
                <a:lnTo>
                  <a:pt x="0" y="0"/>
                </a:lnTo>
                <a:lnTo>
                  <a:pt x="0" y="4767715"/>
                </a:lnTo>
                <a:lnTo>
                  <a:pt x="2973321" y="4767715"/>
                </a:lnTo>
                <a:lnTo>
                  <a:pt x="2973321"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44764" y="1234758"/>
            <a:ext cx="666750" cy="2979420"/>
            <a:chOff x="0" y="0"/>
            <a:chExt cx="889000" cy="3972560"/>
          </a:xfrm>
        </p:grpSpPr>
        <p:sp>
          <p:nvSpPr>
            <p:cNvPr name="Freeform 10" id="10"/>
            <p:cNvSpPr/>
            <p:nvPr/>
          </p:nvSpPr>
          <p:spPr>
            <a:xfrm flipH="false" flipV="false" rot="0">
              <a:off x="48260" y="49530"/>
              <a:ext cx="792480" cy="3872230"/>
            </a:xfrm>
            <a:custGeom>
              <a:avLst/>
              <a:gdLst/>
              <a:ahLst/>
              <a:cxnLst/>
              <a:rect r="r" b="b" t="t" l="l"/>
              <a:pathLst>
                <a:path h="3872230" w="792480">
                  <a:moveTo>
                    <a:pt x="267970" y="81280"/>
                  </a:moveTo>
                  <a:cubicBezTo>
                    <a:pt x="240030" y="612140"/>
                    <a:pt x="190500" y="855980"/>
                    <a:pt x="177800" y="993140"/>
                  </a:cubicBezTo>
                  <a:cubicBezTo>
                    <a:pt x="170180" y="1075690"/>
                    <a:pt x="172720" y="1104900"/>
                    <a:pt x="170180" y="1191260"/>
                  </a:cubicBezTo>
                  <a:cubicBezTo>
                    <a:pt x="163830" y="1353820"/>
                    <a:pt x="152400" y="1731010"/>
                    <a:pt x="152400" y="1897380"/>
                  </a:cubicBezTo>
                  <a:cubicBezTo>
                    <a:pt x="152400" y="1988820"/>
                    <a:pt x="151130" y="2037080"/>
                    <a:pt x="156210" y="2108200"/>
                  </a:cubicBezTo>
                  <a:cubicBezTo>
                    <a:pt x="161290" y="2181860"/>
                    <a:pt x="173990" y="2264410"/>
                    <a:pt x="184150" y="2332990"/>
                  </a:cubicBezTo>
                  <a:cubicBezTo>
                    <a:pt x="193040" y="2390140"/>
                    <a:pt x="200660" y="2435860"/>
                    <a:pt x="213360" y="2491740"/>
                  </a:cubicBezTo>
                  <a:cubicBezTo>
                    <a:pt x="228600" y="2556510"/>
                    <a:pt x="248920" y="2617470"/>
                    <a:pt x="274320" y="2694940"/>
                  </a:cubicBezTo>
                  <a:cubicBezTo>
                    <a:pt x="311150" y="2805430"/>
                    <a:pt x="364490" y="2961640"/>
                    <a:pt x="419100" y="3088640"/>
                  </a:cubicBezTo>
                  <a:cubicBezTo>
                    <a:pt x="471170" y="3213100"/>
                    <a:pt x="534670" y="3337560"/>
                    <a:pt x="596900" y="3448050"/>
                  </a:cubicBezTo>
                  <a:cubicBezTo>
                    <a:pt x="652780" y="3550920"/>
                    <a:pt x="746760" y="3675380"/>
                    <a:pt x="773430" y="3733800"/>
                  </a:cubicBezTo>
                  <a:cubicBezTo>
                    <a:pt x="784860" y="3756660"/>
                    <a:pt x="792480" y="3768090"/>
                    <a:pt x="789940" y="3787140"/>
                  </a:cubicBezTo>
                  <a:cubicBezTo>
                    <a:pt x="787400" y="3808730"/>
                    <a:pt x="767080" y="3844290"/>
                    <a:pt x="749300" y="3858260"/>
                  </a:cubicBezTo>
                  <a:cubicBezTo>
                    <a:pt x="734060" y="3869690"/>
                    <a:pt x="712470" y="3872230"/>
                    <a:pt x="695960" y="3870960"/>
                  </a:cubicBezTo>
                  <a:cubicBezTo>
                    <a:pt x="678180" y="3869690"/>
                    <a:pt x="656590" y="3863340"/>
                    <a:pt x="643890" y="3849370"/>
                  </a:cubicBezTo>
                  <a:cubicBezTo>
                    <a:pt x="628650" y="3832860"/>
                    <a:pt x="612140" y="3796030"/>
                    <a:pt x="615950" y="3771900"/>
                  </a:cubicBezTo>
                  <a:cubicBezTo>
                    <a:pt x="619760" y="3747770"/>
                    <a:pt x="642620" y="3716020"/>
                    <a:pt x="664210" y="3705860"/>
                  </a:cubicBezTo>
                  <a:cubicBezTo>
                    <a:pt x="685800" y="3695700"/>
                    <a:pt x="725170" y="3698240"/>
                    <a:pt x="745490" y="3708400"/>
                  </a:cubicBezTo>
                  <a:cubicBezTo>
                    <a:pt x="763270" y="3716020"/>
                    <a:pt x="775970" y="3733800"/>
                    <a:pt x="783590" y="3750310"/>
                  </a:cubicBezTo>
                  <a:cubicBezTo>
                    <a:pt x="789940" y="3765550"/>
                    <a:pt x="791210" y="3788410"/>
                    <a:pt x="787400" y="3804920"/>
                  </a:cubicBezTo>
                  <a:cubicBezTo>
                    <a:pt x="783590" y="3822700"/>
                    <a:pt x="770890" y="3841750"/>
                    <a:pt x="756920" y="3851910"/>
                  </a:cubicBezTo>
                  <a:cubicBezTo>
                    <a:pt x="742950" y="3863340"/>
                    <a:pt x="722630" y="3870960"/>
                    <a:pt x="704850" y="3870960"/>
                  </a:cubicBezTo>
                  <a:cubicBezTo>
                    <a:pt x="687070" y="3872230"/>
                    <a:pt x="670560" y="3868420"/>
                    <a:pt x="651510" y="3855720"/>
                  </a:cubicBezTo>
                  <a:cubicBezTo>
                    <a:pt x="615950" y="3827780"/>
                    <a:pt x="575310" y="3745230"/>
                    <a:pt x="537210" y="3681730"/>
                  </a:cubicBezTo>
                  <a:cubicBezTo>
                    <a:pt x="491490" y="3606800"/>
                    <a:pt x="443230" y="3522980"/>
                    <a:pt x="400050" y="3434080"/>
                  </a:cubicBezTo>
                  <a:cubicBezTo>
                    <a:pt x="353060" y="3335020"/>
                    <a:pt x="304800" y="3221990"/>
                    <a:pt x="265430" y="3116580"/>
                  </a:cubicBezTo>
                  <a:cubicBezTo>
                    <a:pt x="226060" y="3014980"/>
                    <a:pt x="195580" y="2913380"/>
                    <a:pt x="165100" y="2813050"/>
                  </a:cubicBezTo>
                  <a:cubicBezTo>
                    <a:pt x="134620" y="2713990"/>
                    <a:pt x="106680" y="2623820"/>
                    <a:pt x="82550" y="2517140"/>
                  </a:cubicBezTo>
                  <a:cubicBezTo>
                    <a:pt x="54610" y="2393950"/>
                    <a:pt x="26670" y="2228850"/>
                    <a:pt x="13970" y="2113280"/>
                  </a:cubicBezTo>
                  <a:cubicBezTo>
                    <a:pt x="5080" y="2029460"/>
                    <a:pt x="3810" y="1991360"/>
                    <a:pt x="2540" y="1892300"/>
                  </a:cubicBezTo>
                  <a:cubicBezTo>
                    <a:pt x="0" y="1690370"/>
                    <a:pt x="0" y="1248410"/>
                    <a:pt x="21590" y="971550"/>
                  </a:cubicBezTo>
                  <a:cubicBezTo>
                    <a:pt x="40640" y="740410"/>
                    <a:pt x="99060" y="508000"/>
                    <a:pt x="110490" y="340360"/>
                  </a:cubicBezTo>
                  <a:cubicBezTo>
                    <a:pt x="118110" y="228600"/>
                    <a:pt x="93980" y="114300"/>
                    <a:pt x="109220" y="62230"/>
                  </a:cubicBezTo>
                  <a:cubicBezTo>
                    <a:pt x="116840" y="38100"/>
                    <a:pt x="127000" y="25400"/>
                    <a:pt x="142240" y="15240"/>
                  </a:cubicBezTo>
                  <a:cubicBezTo>
                    <a:pt x="156210" y="5080"/>
                    <a:pt x="179070" y="0"/>
                    <a:pt x="196850" y="1270"/>
                  </a:cubicBezTo>
                  <a:cubicBezTo>
                    <a:pt x="214630" y="3810"/>
                    <a:pt x="236220" y="15240"/>
                    <a:pt x="247650" y="27940"/>
                  </a:cubicBezTo>
                  <a:cubicBezTo>
                    <a:pt x="259080" y="41910"/>
                    <a:pt x="267970" y="81280"/>
                    <a:pt x="267970" y="81280"/>
                  </a:cubicBezTo>
                </a:path>
              </a:pathLst>
            </a:custGeom>
            <a:solidFill>
              <a:srgbClr val="94AAB8"/>
            </a:solidFill>
            <a:ln cap="sq">
              <a:noFill/>
              <a:prstDash val="solid"/>
              <a:miter/>
            </a:ln>
          </p:spPr>
        </p:sp>
      </p:grpSp>
      <p:grpSp>
        <p:nvGrpSpPr>
          <p:cNvPr name="Group 11" id="11"/>
          <p:cNvGrpSpPr/>
          <p:nvPr/>
        </p:nvGrpSpPr>
        <p:grpSpPr>
          <a:xfrm rot="0">
            <a:off x="1999298" y="4514850"/>
            <a:ext cx="197167" cy="197167"/>
            <a:chOff x="0" y="0"/>
            <a:chExt cx="262890" cy="262890"/>
          </a:xfrm>
        </p:grpSpPr>
        <p:sp>
          <p:nvSpPr>
            <p:cNvPr name="Freeform 12" id="12"/>
            <p:cNvSpPr/>
            <p:nvPr/>
          </p:nvSpPr>
          <p:spPr>
            <a:xfrm flipH="false" flipV="false" rot="0">
              <a:off x="49530" y="46990"/>
              <a:ext cx="161290" cy="167640"/>
            </a:xfrm>
            <a:custGeom>
              <a:avLst/>
              <a:gdLst/>
              <a:ahLst/>
              <a:cxnLst/>
              <a:rect r="r" b="b" t="t" l="l"/>
              <a:pathLst>
                <a:path h="167640" w="161290">
                  <a:moveTo>
                    <a:pt x="161290" y="57150"/>
                  </a:moveTo>
                  <a:cubicBezTo>
                    <a:pt x="140970" y="146050"/>
                    <a:pt x="128270" y="152400"/>
                    <a:pt x="116840" y="157480"/>
                  </a:cubicBezTo>
                  <a:cubicBezTo>
                    <a:pt x="105410" y="162560"/>
                    <a:pt x="92710" y="167640"/>
                    <a:pt x="77470" y="165100"/>
                  </a:cubicBezTo>
                  <a:cubicBezTo>
                    <a:pt x="58420" y="161290"/>
                    <a:pt x="24130" y="140970"/>
                    <a:pt x="12700" y="124460"/>
                  </a:cubicBezTo>
                  <a:cubicBezTo>
                    <a:pt x="3810" y="114300"/>
                    <a:pt x="0" y="101600"/>
                    <a:pt x="1270" y="87630"/>
                  </a:cubicBezTo>
                  <a:cubicBezTo>
                    <a:pt x="1270" y="67310"/>
                    <a:pt x="13970" y="31750"/>
                    <a:pt x="31750" y="17780"/>
                  </a:cubicBezTo>
                  <a:cubicBezTo>
                    <a:pt x="49530" y="3810"/>
                    <a:pt x="87630" y="0"/>
                    <a:pt x="107950" y="3810"/>
                  </a:cubicBezTo>
                  <a:cubicBezTo>
                    <a:pt x="121920" y="6350"/>
                    <a:pt x="140970" y="24130"/>
                    <a:pt x="140970" y="24130"/>
                  </a:cubicBezTo>
                </a:path>
              </a:pathLst>
            </a:custGeom>
            <a:solidFill>
              <a:srgbClr val="94AAB8"/>
            </a:solidFill>
            <a:ln cap="sq">
              <a:noFill/>
              <a:prstDash val="solid"/>
              <a:miter/>
            </a:ln>
          </p:spPr>
        </p:sp>
      </p:grpSp>
      <p:grpSp>
        <p:nvGrpSpPr>
          <p:cNvPr name="Group 13" id="13"/>
          <p:cNvGrpSpPr/>
          <p:nvPr/>
        </p:nvGrpSpPr>
        <p:grpSpPr>
          <a:xfrm rot="0">
            <a:off x="5991147" y="536575"/>
            <a:ext cx="2183130" cy="1037273"/>
            <a:chOff x="0" y="0"/>
            <a:chExt cx="2910840" cy="1383030"/>
          </a:xfrm>
        </p:grpSpPr>
        <p:sp>
          <p:nvSpPr>
            <p:cNvPr name="Freeform 14" id="14"/>
            <p:cNvSpPr/>
            <p:nvPr/>
          </p:nvSpPr>
          <p:spPr>
            <a:xfrm flipH="false" flipV="false" rot="0">
              <a:off x="46990" y="50800"/>
              <a:ext cx="2815590" cy="1285240"/>
            </a:xfrm>
            <a:custGeom>
              <a:avLst/>
              <a:gdLst/>
              <a:ahLst/>
              <a:cxnLst/>
              <a:rect r="r" b="b" t="t" l="l"/>
              <a:pathLst>
                <a:path h="1285240" w="2815590">
                  <a:moveTo>
                    <a:pt x="90170" y="0"/>
                  </a:moveTo>
                  <a:cubicBezTo>
                    <a:pt x="666750" y="77470"/>
                    <a:pt x="990600" y="139700"/>
                    <a:pt x="1184910" y="186690"/>
                  </a:cubicBezTo>
                  <a:cubicBezTo>
                    <a:pt x="1319530" y="219710"/>
                    <a:pt x="1417320" y="252730"/>
                    <a:pt x="1522730" y="287020"/>
                  </a:cubicBezTo>
                  <a:cubicBezTo>
                    <a:pt x="1619250" y="318770"/>
                    <a:pt x="1715770" y="353060"/>
                    <a:pt x="1795780" y="386080"/>
                  </a:cubicBezTo>
                  <a:cubicBezTo>
                    <a:pt x="1863090" y="412750"/>
                    <a:pt x="1925320" y="441960"/>
                    <a:pt x="1976120" y="467360"/>
                  </a:cubicBezTo>
                  <a:cubicBezTo>
                    <a:pt x="2014220" y="487680"/>
                    <a:pt x="2033270" y="494030"/>
                    <a:pt x="2075180" y="521970"/>
                  </a:cubicBezTo>
                  <a:cubicBezTo>
                    <a:pt x="2160270" y="579120"/>
                    <a:pt x="2352040" y="731520"/>
                    <a:pt x="2440940" y="810260"/>
                  </a:cubicBezTo>
                  <a:cubicBezTo>
                    <a:pt x="2495550" y="858520"/>
                    <a:pt x="2518410" y="891540"/>
                    <a:pt x="2566670" y="937260"/>
                  </a:cubicBezTo>
                  <a:cubicBezTo>
                    <a:pt x="2627630" y="993140"/>
                    <a:pt x="2744470" y="1073150"/>
                    <a:pt x="2782570" y="1117600"/>
                  </a:cubicBezTo>
                  <a:cubicBezTo>
                    <a:pt x="2799080" y="1139190"/>
                    <a:pt x="2807970" y="1151890"/>
                    <a:pt x="2811780" y="1169670"/>
                  </a:cubicBezTo>
                  <a:cubicBezTo>
                    <a:pt x="2815590" y="1188720"/>
                    <a:pt x="2813050" y="1212850"/>
                    <a:pt x="2804160" y="1229360"/>
                  </a:cubicBezTo>
                  <a:cubicBezTo>
                    <a:pt x="2795270" y="1245870"/>
                    <a:pt x="2778760" y="1263650"/>
                    <a:pt x="2762250" y="1271270"/>
                  </a:cubicBezTo>
                  <a:cubicBezTo>
                    <a:pt x="2744470" y="1280160"/>
                    <a:pt x="2721610" y="1283970"/>
                    <a:pt x="2702560" y="1280160"/>
                  </a:cubicBezTo>
                  <a:cubicBezTo>
                    <a:pt x="2683510" y="1276350"/>
                    <a:pt x="2661920" y="1262380"/>
                    <a:pt x="2650490" y="1250950"/>
                  </a:cubicBezTo>
                  <a:cubicBezTo>
                    <a:pt x="2641600" y="1243330"/>
                    <a:pt x="2637790" y="1235710"/>
                    <a:pt x="2633980" y="1225550"/>
                  </a:cubicBezTo>
                  <a:cubicBezTo>
                    <a:pt x="2628900" y="1210310"/>
                    <a:pt x="2625090" y="1183640"/>
                    <a:pt x="2628900" y="1165860"/>
                  </a:cubicBezTo>
                  <a:cubicBezTo>
                    <a:pt x="2633980" y="1146810"/>
                    <a:pt x="2649220" y="1126490"/>
                    <a:pt x="2660650" y="1115060"/>
                  </a:cubicBezTo>
                  <a:cubicBezTo>
                    <a:pt x="2669540" y="1107440"/>
                    <a:pt x="2678430" y="1103630"/>
                    <a:pt x="2687320" y="1099820"/>
                  </a:cubicBezTo>
                  <a:cubicBezTo>
                    <a:pt x="2696210" y="1096010"/>
                    <a:pt x="2705100" y="1093470"/>
                    <a:pt x="2716530" y="1094740"/>
                  </a:cubicBezTo>
                  <a:cubicBezTo>
                    <a:pt x="2733040" y="1094740"/>
                    <a:pt x="2758440" y="1101090"/>
                    <a:pt x="2774950" y="1111250"/>
                  </a:cubicBezTo>
                  <a:cubicBezTo>
                    <a:pt x="2790190" y="1122680"/>
                    <a:pt x="2804160" y="1141730"/>
                    <a:pt x="2809240" y="1160780"/>
                  </a:cubicBezTo>
                  <a:cubicBezTo>
                    <a:pt x="2815590" y="1178560"/>
                    <a:pt x="2811780" y="1203960"/>
                    <a:pt x="2807970" y="1220470"/>
                  </a:cubicBezTo>
                  <a:cubicBezTo>
                    <a:pt x="2805430" y="1230630"/>
                    <a:pt x="2801620" y="1238250"/>
                    <a:pt x="2792730" y="1245870"/>
                  </a:cubicBezTo>
                  <a:cubicBezTo>
                    <a:pt x="2782570" y="1258570"/>
                    <a:pt x="2760980" y="1273810"/>
                    <a:pt x="2743200" y="1278890"/>
                  </a:cubicBezTo>
                  <a:cubicBezTo>
                    <a:pt x="2724150" y="1283970"/>
                    <a:pt x="2710180" y="1285240"/>
                    <a:pt x="2683510" y="1273810"/>
                  </a:cubicBezTo>
                  <a:cubicBezTo>
                    <a:pt x="2583180" y="1231900"/>
                    <a:pt x="2192020" y="836930"/>
                    <a:pt x="2078990" y="744220"/>
                  </a:cubicBezTo>
                  <a:cubicBezTo>
                    <a:pt x="2035810" y="708660"/>
                    <a:pt x="2020570" y="695960"/>
                    <a:pt x="1987550" y="674370"/>
                  </a:cubicBezTo>
                  <a:cubicBezTo>
                    <a:pt x="1948180" y="650240"/>
                    <a:pt x="1911350" y="631190"/>
                    <a:pt x="1858010" y="604520"/>
                  </a:cubicBezTo>
                  <a:cubicBezTo>
                    <a:pt x="1772920" y="562610"/>
                    <a:pt x="1638300" y="501650"/>
                    <a:pt x="1524000" y="458470"/>
                  </a:cubicBezTo>
                  <a:cubicBezTo>
                    <a:pt x="1408430" y="414020"/>
                    <a:pt x="1297940" y="378460"/>
                    <a:pt x="1165860" y="341630"/>
                  </a:cubicBezTo>
                  <a:cubicBezTo>
                    <a:pt x="1010920" y="299720"/>
                    <a:pt x="830580" y="257810"/>
                    <a:pt x="651510" y="226060"/>
                  </a:cubicBezTo>
                  <a:cubicBezTo>
                    <a:pt x="459740" y="191770"/>
                    <a:pt x="132080" y="187960"/>
                    <a:pt x="50800" y="149860"/>
                  </a:cubicBezTo>
                  <a:cubicBezTo>
                    <a:pt x="26670" y="138430"/>
                    <a:pt x="17780" y="128270"/>
                    <a:pt x="10160" y="113030"/>
                  </a:cubicBezTo>
                  <a:cubicBezTo>
                    <a:pt x="2540" y="97790"/>
                    <a:pt x="0" y="73660"/>
                    <a:pt x="3810" y="57150"/>
                  </a:cubicBezTo>
                  <a:cubicBezTo>
                    <a:pt x="8890" y="40640"/>
                    <a:pt x="21590" y="21590"/>
                    <a:pt x="35560" y="12700"/>
                  </a:cubicBezTo>
                  <a:cubicBezTo>
                    <a:pt x="50800" y="2540"/>
                    <a:pt x="90170" y="0"/>
                    <a:pt x="90170" y="0"/>
                  </a:cubicBezTo>
                </a:path>
              </a:pathLst>
            </a:custGeom>
            <a:solidFill>
              <a:srgbClr val="94AAB8"/>
            </a:solidFill>
            <a:ln cap="sq">
              <a:noFill/>
              <a:prstDash val="solid"/>
              <a:miter/>
            </a:ln>
          </p:spPr>
        </p:sp>
      </p:grpSp>
      <p:grpSp>
        <p:nvGrpSpPr>
          <p:cNvPr name="Group 15" id="15"/>
          <p:cNvGrpSpPr/>
          <p:nvPr/>
        </p:nvGrpSpPr>
        <p:grpSpPr>
          <a:xfrm rot="0">
            <a:off x="8177134" y="1537653"/>
            <a:ext cx="194310" cy="197167"/>
            <a:chOff x="0" y="0"/>
            <a:chExt cx="259080" cy="262890"/>
          </a:xfrm>
        </p:grpSpPr>
        <p:sp>
          <p:nvSpPr>
            <p:cNvPr name="Freeform 16" id="16"/>
            <p:cNvSpPr/>
            <p:nvPr/>
          </p:nvSpPr>
          <p:spPr>
            <a:xfrm flipH="false" flipV="false" rot="0">
              <a:off x="43180" y="46990"/>
              <a:ext cx="161290" cy="167640"/>
            </a:xfrm>
            <a:custGeom>
              <a:avLst/>
              <a:gdLst/>
              <a:ahLst/>
              <a:cxnLst/>
              <a:rect r="r" b="b" t="t" l="l"/>
              <a:pathLst>
                <a:path h="167640" w="161290">
                  <a:moveTo>
                    <a:pt x="161290" y="58420"/>
                  </a:moveTo>
                  <a:cubicBezTo>
                    <a:pt x="158750" y="116840"/>
                    <a:pt x="133350" y="147320"/>
                    <a:pt x="116840" y="157480"/>
                  </a:cubicBezTo>
                  <a:cubicBezTo>
                    <a:pt x="104140" y="165100"/>
                    <a:pt x="91440" y="167640"/>
                    <a:pt x="77470" y="165100"/>
                  </a:cubicBezTo>
                  <a:cubicBezTo>
                    <a:pt x="58420" y="161290"/>
                    <a:pt x="24130" y="144780"/>
                    <a:pt x="12700" y="125730"/>
                  </a:cubicBezTo>
                  <a:cubicBezTo>
                    <a:pt x="0" y="105410"/>
                    <a:pt x="1270" y="67310"/>
                    <a:pt x="7620" y="48260"/>
                  </a:cubicBezTo>
                  <a:cubicBezTo>
                    <a:pt x="11430" y="34290"/>
                    <a:pt x="20320" y="25400"/>
                    <a:pt x="31750" y="17780"/>
                  </a:cubicBezTo>
                  <a:cubicBezTo>
                    <a:pt x="49530" y="7620"/>
                    <a:pt x="87630" y="0"/>
                    <a:pt x="107950" y="3810"/>
                  </a:cubicBezTo>
                  <a:cubicBezTo>
                    <a:pt x="121920" y="6350"/>
                    <a:pt x="140970" y="24130"/>
                    <a:pt x="140970" y="24130"/>
                  </a:cubicBezTo>
                </a:path>
              </a:pathLst>
            </a:custGeom>
            <a:solidFill>
              <a:srgbClr val="94AAB8"/>
            </a:solidFill>
            <a:ln cap="sq">
              <a:noFill/>
              <a:prstDash val="solid"/>
              <a:miter/>
            </a:ln>
          </p:spPr>
        </p:sp>
      </p:grpSp>
      <p:grpSp>
        <p:nvGrpSpPr>
          <p:cNvPr name="Group 17" id="17"/>
          <p:cNvGrpSpPr/>
          <p:nvPr/>
        </p:nvGrpSpPr>
        <p:grpSpPr>
          <a:xfrm rot="0">
            <a:off x="4039553" y="7854315"/>
            <a:ext cx="4258628" cy="1927860"/>
            <a:chOff x="0" y="0"/>
            <a:chExt cx="5678170" cy="2570480"/>
          </a:xfrm>
        </p:grpSpPr>
        <p:sp>
          <p:nvSpPr>
            <p:cNvPr name="Freeform 18" id="18"/>
            <p:cNvSpPr/>
            <p:nvPr/>
          </p:nvSpPr>
          <p:spPr>
            <a:xfrm flipH="false" flipV="false" rot="0">
              <a:off x="46990" y="50800"/>
              <a:ext cx="5580380" cy="2473960"/>
            </a:xfrm>
            <a:custGeom>
              <a:avLst/>
              <a:gdLst/>
              <a:ahLst/>
              <a:cxnLst/>
              <a:rect r="r" b="b" t="t" l="l"/>
              <a:pathLst>
                <a:path h="2473960" w="5580380">
                  <a:moveTo>
                    <a:pt x="5580380" y="96520"/>
                  </a:moveTo>
                  <a:cubicBezTo>
                    <a:pt x="5561330" y="207010"/>
                    <a:pt x="5543550" y="257810"/>
                    <a:pt x="5525770" y="295910"/>
                  </a:cubicBezTo>
                  <a:cubicBezTo>
                    <a:pt x="5510530" y="331470"/>
                    <a:pt x="5499100" y="359410"/>
                    <a:pt x="5473700" y="394970"/>
                  </a:cubicBezTo>
                  <a:cubicBezTo>
                    <a:pt x="5436870" y="449580"/>
                    <a:pt x="5367020" y="521970"/>
                    <a:pt x="5307330" y="580390"/>
                  </a:cubicBezTo>
                  <a:cubicBezTo>
                    <a:pt x="5245100" y="638810"/>
                    <a:pt x="5179060" y="698500"/>
                    <a:pt x="5110480" y="748030"/>
                  </a:cubicBezTo>
                  <a:cubicBezTo>
                    <a:pt x="5043170" y="796290"/>
                    <a:pt x="4954270" y="834390"/>
                    <a:pt x="4900930" y="873760"/>
                  </a:cubicBezTo>
                  <a:cubicBezTo>
                    <a:pt x="4861560" y="902970"/>
                    <a:pt x="4851400" y="927100"/>
                    <a:pt x="4808220" y="956310"/>
                  </a:cubicBezTo>
                  <a:cubicBezTo>
                    <a:pt x="4728210" y="1010920"/>
                    <a:pt x="4563110" y="1083310"/>
                    <a:pt x="4436110" y="1141730"/>
                  </a:cubicBezTo>
                  <a:cubicBezTo>
                    <a:pt x="4306570" y="1202690"/>
                    <a:pt x="4184650" y="1254760"/>
                    <a:pt x="4036060" y="1315720"/>
                  </a:cubicBezTo>
                  <a:cubicBezTo>
                    <a:pt x="3853180" y="1390650"/>
                    <a:pt x="3582670" y="1503680"/>
                    <a:pt x="3422650" y="1554480"/>
                  </a:cubicBezTo>
                  <a:cubicBezTo>
                    <a:pt x="3323590" y="1586230"/>
                    <a:pt x="3266440" y="1590040"/>
                    <a:pt x="3177540" y="1615440"/>
                  </a:cubicBezTo>
                  <a:cubicBezTo>
                    <a:pt x="3069590" y="1647190"/>
                    <a:pt x="2952750" y="1694180"/>
                    <a:pt x="2819400" y="1733550"/>
                  </a:cubicBezTo>
                  <a:cubicBezTo>
                    <a:pt x="2656840" y="1781810"/>
                    <a:pt x="2487930" y="1816100"/>
                    <a:pt x="2269490" y="1878330"/>
                  </a:cubicBezTo>
                  <a:cubicBezTo>
                    <a:pt x="1943100" y="1969770"/>
                    <a:pt x="1376680" y="2153920"/>
                    <a:pt x="1055370" y="2244090"/>
                  </a:cubicBezTo>
                  <a:cubicBezTo>
                    <a:pt x="844550" y="2303780"/>
                    <a:pt x="662940" y="2355850"/>
                    <a:pt x="529590" y="2382520"/>
                  </a:cubicBezTo>
                  <a:cubicBezTo>
                    <a:pt x="448310" y="2399030"/>
                    <a:pt x="400050" y="2396490"/>
                    <a:pt x="332740" y="2409190"/>
                  </a:cubicBezTo>
                  <a:cubicBezTo>
                    <a:pt x="259080" y="2424430"/>
                    <a:pt x="161290" y="2467610"/>
                    <a:pt x="106680" y="2468880"/>
                  </a:cubicBezTo>
                  <a:cubicBezTo>
                    <a:pt x="74930" y="2468880"/>
                    <a:pt x="48260" y="2465070"/>
                    <a:pt x="30480" y="2449830"/>
                  </a:cubicBezTo>
                  <a:cubicBezTo>
                    <a:pt x="13970" y="2434590"/>
                    <a:pt x="0" y="2399030"/>
                    <a:pt x="3810" y="2377440"/>
                  </a:cubicBezTo>
                  <a:cubicBezTo>
                    <a:pt x="6350" y="2354580"/>
                    <a:pt x="27940" y="2324100"/>
                    <a:pt x="48260" y="2312670"/>
                  </a:cubicBezTo>
                  <a:cubicBezTo>
                    <a:pt x="69850" y="2302510"/>
                    <a:pt x="106680" y="2306320"/>
                    <a:pt x="127000" y="2315210"/>
                  </a:cubicBezTo>
                  <a:cubicBezTo>
                    <a:pt x="143510" y="2322830"/>
                    <a:pt x="156210" y="2339340"/>
                    <a:pt x="162560" y="2354580"/>
                  </a:cubicBezTo>
                  <a:cubicBezTo>
                    <a:pt x="168910" y="2369820"/>
                    <a:pt x="172720" y="2390140"/>
                    <a:pt x="167640" y="2407920"/>
                  </a:cubicBezTo>
                  <a:cubicBezTo>
                    <a:pt x="160020" y="2428240"/>
                    <a:pt x="137160" y="2457450"/>
                    <a:pt x="115570" y="2466340"/>
                  </a:cubicBezTo>
                  <a:cubicBezTo>
                    <a:pt x="93980" y="2473960"/>
                    <a:pt x="55880" y="2466340"/>
                    <a:pt x="38100" y="2456180"/>
                  </a:cubicBezTo>
                  <a:cubicBezTo>
                    <a:pt x="22860" y="2446020"/>
                    <a:pt x="11430" y="2428240"/>
                    <a:pt x="6350" y="2413000"/>
                  </a:cubicBezTo>
                  <a:cubicBezTo>
                    <a:pt x="1270" y="2396490"/>
                    <a:pt x="0" y="2376170"/>
                    <a:pt x="7620" y="2359660"/>
                  </a:cubicBezTo>
                  <a:cubicBezTo>
                    <a:pt x="16510" y="2339340"/>
                    <a:pt x="36830" y="2321560"/>
                    <a:pt x="66040" y="2307590"/>
                  </a:cubicBezTo>
                  <a:cubicBezTo>
                    <a:pt x="116840" y="2279650"/>
                    <a:pt x="234950" y="2263140"/>
                    <a:pt x="309880" y="2249170"/>
                  </a:cubicBezTo>
                  <a:cubicBezTo>
                    <a:pt x="372110" y="2237740"/>
                    <a:pt x="408940" y="2240280"/>
                    <a:pt x="483870" y="2225040"/>
                  </a:cubicBezTo>
                  <a:cubicBezTo>
                    <a:pt x="624840" y="2197100"/>
                    <a:pt x="909320" y="2118360"/>
                    <a:pt x="1093470" y="2063750"/>
                  </a:cubicBezTo>
                  <a:cubicBezTo>
                    <a:pt x="1247140" y="2016760"/>
                    <a:pt x="1336040" y="1977390"/>
                    <a:pt x="1513840" y="1922780"/>
                  </a:cubicBezTo>
                  <a:cubicBezTo>
                    <a:pt x="1819910" y="1830070"/>
                    <a:pt x="2473960" y="1668780"/>
                    <a:pt x="2764790" y="1577340"/>
                  </a:cubicBezTo>
                  <a:cubicBezTo>
                    <a:pt x="2922270" y="1529080"/>
                    <a:pt x="3020060" y="1483360"/>
                    <a:pt x="3126740" y="1451610"/>
                  </a:cubicBezTo>
                  <a:cubicBezTo>
                    <a:pt x="3210560" y="1426210"/>
                    <a:pt x="3261360" y="1422400"/>
                    <a:pt x="3352800" y="1393190"/>
                  </a:cubicBezTo>
                  <a:cubicBezTo>
                    <a:pt x="3506470" y="1343660"/>
                    <a:pt x="3755390" y="1242060"/>
                    <a:pt x="3953510" y="1158240"/>
                  </a:cubicBezTo>
                  <a:cubicBezTo>
                    <a:pt x="4151630" y="1074420"/>
                    <a:pt x="4392930" y="963930"/>
                    <a:pt x="4540250" y="890270"/>
                  </a:cubicBezTo>
                  <a:cubicBezTo>
                    <a:pt x="4631690" y="844550"/>
                    <a:pt x="4682490" y="820420"/>
                    <a:pt x="4758690" y="773430"/>
                  </a:cubicBezTo>
                  <a:cubicBezTo>
                    <a:pt x="4852670" y="715010"/>
                    <a:pt x="4975860" y="623570"/>
                    <a:pt x="5059680" y="560070"/>
                  </a:cubicBezTo>
                  <a:cubicBezTo>
                    <a:pt x="5120640" y="511810"/>
                    <a:pt x="5167630" y="476250"/>
                    <a:pt x="5215890" y="429260"/>
                  </a:cubicBezTo>
                  <a:cubicBezTo>
                    <a:pt x="5264150" y="381000"/>
                    <a:pt x="5317490" y="326390"/>
                    <a:pt x="5349240" y="274320"/>
                  </a:cubicBezTo>
                  <a:cubicBezTo>
                    <a:pt x="5375910" y="232410"/>
                    <a:pt x="5391150" y="187960"/>
                    <a:pt x="5402580" y="148590"/>
                  </a:cubicBezTo>
                  <a:cubicBezTo>
                    <a:pt x="5411470" y="115570"/>
                    <a:pt x="5405120" y="80010"/>
                    <a:pt x="5416550" y="54610"/>
                  </a:cubicBezTo>
                  <a:cubicBezTo>
                    <a:pt x="5425440" y="35560"/>
                    <a:pt x="5441950" y="19050"/>
                    <a:pt x="5455920" y="10160"/>
                  </a:cubicBezTo>
                  <a:cubicBezTo>
                    <a:pt x="5468620" y="2540"/>
                    <a:pt x="5481320" y="0"/>
                    <a:pt x="5495290" y="0"/>
                  </a:cubicBezTo>
                  <a:cubicBezTo>
                    <a:pt x="5513070" y="1270"/>
                    <a:pt x="5538470" y="11430"/>
                    <a:pt x="5552440" y="21590"/>
                  </a:cubicBezTo>
                  <a:cubicBezTo>
                    <a:pt x="5563870" y="30480"/>
                    <a:pt x="5570220" y="43180"/>
                    <a:pt x="5575300" y="55880"/>
                  </a:cubicBezTo>
                  <a:cubicBezTo>
                    <a:pt x="5580380" y="67310"/>
                    <a:pt x="5580380" y="96520"/>
                    <a:pt x="5580380" y="96520"/>
                  </a:cubicBezTo>
                </a:path>
              </a:pathLst>
            </a:custGeom>
            <a:solidFill>
              <a:srgbClr val="94AAB8"/>
            </a:solidFill>
            <a:ln cap="sq">
              <a:noFill/>
              <a:prstDash val="solid"/>
              <a:miter/>
            </a:ln>
          </p:spPr>
        </p:sp>
      </p:grpSp>
      <p:grpSp>
        <p:nvGrpSpPr>
          <p:cNvPr name="Group 19" id="19"/>
          <p:cNvGrpSpPr/>
          <p:nvPr/>
        </p:nvGrpSpPr>
        <p:grpSpPr>
          <a:xfrm rot="0">
            <a:off x="3779520" y="9743122"/>
            <a:ext cx="194310" cy="192405"/>
            <a:chOff x="0" y="0"/>
            <a:chExt cx="259080" cy="256540"/>
          </a:xfrm>
        </p:grpSpPr>
        <p:sp>
          <p:nvSpPr>
            <p:cNvPr name="Freeform 20" id="20"/>
            <p:cNvSpPr/>
            <p:nvPr/>
          </p:nvSpPr>
          <p:spPr>
            <a:xfrm flipH="false" flipV="false" rot="0">
              <a:off x="44450" y="46990"/>
              <a:ext cx="160020" cy="166370"/>
            </a:xfrm>
            <a:custGeom>
              <a:avLst/>
              <a:gdLst/>
              <a:ahLst/>
              <a:cxnLst/>
              <a:rect r="r" b="b" t="t" l="l"/>
              <a:pathLst>
                <a:path h="166370" w="160020">
                  <a:moveTo>
                    <a:pt x="160020" y="58420"/>
                  </a:moveTo>
                  <a:cubicBezTo>
                    <a:pt x="156210" y="116840"/>
                    <a:pt x="135890" y="148590"/>
                    <a:pt x="115570" y="157480"/>
                  </a:cubicBezTo>
                  <a:cubicBezTo>
                    <a:pt x="93980" y="166370"/>
                    <a:pt x="57150" y="161290"/>
                    <a:pt x="38100" y="153670"/>
                  </a:cubicBezTo>
                  <a:cubicBezTo>
                    <a:pt x="25400" y="147320"/>
                    <a:pt x="16510" y="138430"/>
                    <a:pt x="10160" y="125730"/>
                  </a:cubicBezTo>
                  <a:cubicBezTo>
                    <a:pt x="2540" y="106680"/>
                    <a:pt x="0" y="67310"/>
                    <a:pt x="6350" y="48260"/>
                  </a:cubicBezTo>
                  <a:cubicBezTo>
                    <a:pt x="10160" y="34290"/>
                    <a:pt x="17780" y="25400"/>
                    <a:pt x="30480" y="17780"/>
                  </a:cubicBezTo>
                  <a:cubicBezTo>
                    <a:pt x="46990" y="7620"/>
                    <a:pt x="86360" y="0"/>
                    <a:pt x="105410" y="3810"/>
                  </a:cubicBezTo>
                  <a:cubicBezTo>
                    <a:pt x="119380" y="6350"/>
                    <a:pt x="139700" y="24130"/>
                    <a:pt x="139700" y="24130"/>
                  </a:cubicBezTo>
                </a:path>
              </a:pathLst>
            </a:custGeom>
            <a:solidFill>
              <a:srgbClr val="94AAB8"/>
            </a:solidFill>
            <a:ln cap="sq">
              <a:noFill/>
              <a:prstDash val="solid"/>
              <a:miter/>
            </a:ln>
          </p:spPr>
        </p:sp>
      </p:grpSp>
      <p:grpSp>
        <p:nvGrpSpPr>
          <p:cNvPr name="Group 21" id="21"/>
          <p:cNvGrpSpPr/>
          <p:nvPr/>
        </p:nvGrpSpPr>
        <p:grpSpPr>
          <a:xfrm rot="0">
            <a:off x="462915" y="5180647"/>
            <a:ext cx="1158240" cy="1030605"/>
            <a:chOff x="0" y="0"/>
            <a:chExt cx="1544320" cy="1374140"/>
          </a:xfrm>
        </p:grpSpPr>
        <p:sp>
          <p:nvSpPr>
            <p:cNvPr name="Freeform 22" id="22"/>
            <p:cNvSpPr/>
            <p:nvPr/>
          </p:nvSpPr>
          <p:spPr>
            <a:xfrm flipH="false" flipV="false" rot="0">
              <a:off x="48260" y="31750"/>
              <a:ext cx="1446530" cy="1291590"/>
            </a:xfrm>
            <a:custGeom>
              <a:avLst/>
              <a:gdLst/>
              <a:ahLst/>
              <a:cxnLst/>
              <a:rect r="r" b="b" t="t" l="l"/>
              <a:pathLst>
                <a:path h="1291590" w="1446530">
                  <a:moveTo>
                    <a:pt x="1360170" y="189230"/>
                  </a:moveTo>
                  <a:cubicBezTo>
                    <a:pt x="908050" y="203200"/>
                    <a:pt x="891540" y="218440"/>
                    <a:pt x="853440" y="246380"/>
                  </a:cubicBezTo>
                  <a:cubicBezTo>
                    <a:pt x="789940" y="290830"/>
                    <a:pt x="697230" y="393700"/>
                    <a:pt x="629920" y="450850"/>
                  </a:cubicBezTo>
                  <a:cubicBezTo>
                    <a:pt x="575310" y="496570"/>
                    <a:pt x="528320" y="525780"/>
                    <a:pt x="480060" y="566420"/>
                  </a:cubicBezTo>
                  <a:cubicBezTo>
                    <a:pt x="431800" y="608330"/>
                    <a:pt x="375920" y="659130"/>
                    <a:pt x="340360" y="699770"/>
                  </a:cubicBezTo>
                  <a:cubicBezTo>
                    <a:pt x="313690" y="730250"/>
                    <a:pt x="297180" y="753110"/>
                    <a:pt x="279400" y="783590"/>
                  </a:cubicBezTo>
                  <a:cubicBezTo>
                    <a:pt x="260350" y="812800"/>
                    <a:pt x="241300" y="847090"/>
                    <a:pt x="229870" y="880110"/>
                  </a:cubicBezTo>
                  <a:cubicBezTo>
                    <a:pt x="219710" y="908050"/>
                    <a:pt x="215900" y="930910"/>
                    <a:pt x="212090" y="966470"/>
                  </a:cubicBezTo>
                  <a:cubicBezTo>
                    <a:pt x="205740" y="1018540"/>
                    <a:pt x="223520" y="1107440"/>
                    <a:pt x="210820" y="1162050"/>
                  </a:cubicBezTo>
                  <a:cubicBezTo>
                    <a:pt x="199390" y="1205230"/>
                    <a:pt x="177800" y="1250950"/>
                    <a:pt x="153670" y="1272540"/>
                  </a:cubicBezTo>
                  <a:cubicBezTo>
                    <a:pt x="137160" y="1286510"/>
                    <a:pt x="115570" y="1291590"/>
                    <a:pt x="96520" y="1291590"/>
                  </a:cubicBezTo>
                  <a:cubicBezTo>
                    <a:pt x="77470" y="1291590"/>
                    <a:pt x="53340" y="1280160"/>
                    <a:pt x="39370" y="1271270"/>
                  </a:cubicBezTo>
                  <a:cubicBezTo>
                    <a:pt x="29210" y="1264920"/>
                    <a:pt x="24130" y="1259840"/>
                    <a:pt x="17780" y="1249680"/>
                  </a:cubicBezTo>
                  <a:cubicBezTo>
                    <a:pt x="10160" y="1235710"/>
                    <a:pt x="1270" y="1210310"/>
                    <a:pt x="2540" y="1191260"/>
                  </a:cubicBezTo>
                  <a:cubicBezTo>
                    <a:pt x="3810" y="1172210"/>
                    <a:pt x="12700" y="1149350"/>
                    <a:pt x="25400" y="1135380"/>
                  </a:cubicBezTo>
                  <a:cubicBezTo>
                    <a:pt x="36830" y="1120140"/>
                    <a:pt x="58420" y="1108710"/>
                    <a:pt x="76200" y="1103630"/>
                  </a:cubicBezTo>
                  <a:cubicBezTo>
                    <a:pt x="95250" y="1099820"/>
                    <a:pt x="119380" y="1102360"/>
                    <a:pt x="137160" y="1111250"/>
                  </a:cubicBezTo>
                  <a:cubicBezTo>
                    <a:pt x="153670" y="1118870"/>
                    <a:pt x="171450" y="1139190"/>
                    <a:pt x="180340" y="1151890"/>
                  </a:cubicBezTo>
                  <a:cubicBezTo>
                    <a:pt x="186690" y="1162050"/>
                    <a:pt x="189230" y="1169670"/>
                    <a:pt x="190500" y="1181100"/>
                  </a:cubicBezTo>
                  <a:cubicBezTo>
                    <a:pt x="191770" y="1197610"/>
                    <a:pt x="189230" y="1224280"/>
                    <a:pt x="180340" y="1240790"/>
                  </a:cubicBezTo>
                  <a:cubicBezTo>
                    <a:pt x="171450" y="1257300"/>
                    <a:pt x="149860" y="1275080"/>
                    <a:pt x="135890" y="1282700"/>
                  </a:cubicBezTo>
                  <a:cubicBezTo>
                    <a:pt x="125730" y="1287780"/>
                    <a:pt x="118110" y="1290320"/>
                    <a:pt x="106680" y="1290320"/>
                  </a:cubicBezTo>
                  <a:cubicBezTo>
                    <a:pt x="90170" y="1291590"/>
                    <a:pt x="63500" y="1287780"/>
                    <a:pt x="48260" y="1277620"/>
                  </a:cubicBezTo>
                  <a:cubicBezTo>
                    <a:pt x="31750" y="1267460"/>
                    <a:pt x="15240" y="1249680"/>
                    <a:pt x="8890" y="1231900"/>
                  </a:cubicBezTo>
                  <a:cubicBezTo>
                    <a:pt x="1270" y="1214120"/>
                    <a:pt x="0" y="1188720"/>
                    <a:pt x="5080" y="1170940"/>
                  </a:cubicBezTo>
                  <a:cubicBezTo>
                    <a:pt x="11430" y="1153160"/>
                    <a:pt x="38100" y="1120140"/>
                    <a:pt x="39370" y="1121410"/>
                  </a:cubicBezTo>
                  <a:cubicBezTo>
                    <a:pt x="40640" y="1121410"/>
                    <a:pt x="25400" y="1163320"/>
                    <a:pt x="21590" y="1162050"/>
                  </a:cubicBezTo>
                  <a:cubicBezTo>
                    <a:pt x="12700" y="1160780"/>
                    <a:pt x="17780" y="1013460"/>
                    <a:pt x="24130" y="960120"/>
                  </a:cubicBezTo>
                  <a:cubicBezTo>
                    <a:pt x="29210" y="924560"/>
                    <a:pt x="35560" y="901700"/>
                    <a:pt x="45720" y="871220"/>
                  </a:cubicBezTo>
                  <a:cubicBezTo>
                    <a:pt x="57150" y="838200"/>
                    <a:pt x="71120" y="802640"/>
                    <a:pt x="88900" y="767080"/>
                  </a:cubicBezTo>
                  <a:cubicBezTo>
                    <a:pt x="107950" y="727710"/>
                    <a:pt x="132080" y="688340"/>
                    <a:pt x="161290" y="646430"/>
                  </a:cubicBezTo>
                  <a:cubicBezTo>
                    <a:pt x="198120" y="595630"/>
                    <a:pt x="242570" y="535940"/>
                    <a:pt x="297180" y="483870"/>
                  </a:cubicBezTo>
                  <a:cubicBezTo>
                    <a:pt x="359410" y="424180"/>
                    <a:pt x="452120" y="374650"/>
                    <a:pt x="524510" y="313690"/>
                  </a:cubicBezTo>
                  <a:cubicBezTo>
                    <a:pt x="598170" y="251460"/>
                    <a:pt x="674370" y="160020"/>
                    <a:pt x="735330" y="115570"/>
                  </a:cubicBezTo>
                  <a:cubicBezTo>
                    <a:pt x="774700" y="86360"/>
                    <a:pt x="805180" y="71120"/>
                    <a:pt x="843280" y="54610"/>
                  </a:cubicBezTo>
                  <a:cubicBezTo>
                    <a:pt x="878840" y="39370"/>
                    <a:pt x="904240" y="26670"/>
                    <a:pt x="955040" y="19050"/>
                  </a:cubicBezTo>
                  <a:cubicBezTo>
                    <a:pt x="1054100" y="5080"/>
                    <a:pt x="1333500" y="0"/>
                    <a:pt x="1399540" y="30480"/>
                  </a:cubicBezTo>
                  <a:cubicBezTo>
                    <a:pt x="1423670" y="41910"/>
                    <a:pt x="1432560" y="59690"/>
                    <a:pt x="1438910" y="74930"/>
                  </a:cubicBezTo>
                  <a:cubicBezTo>
                    <a:pt x="1445260" y="87630"/>
                    <a:pt x="1446530" y="101600"/>
                    <a:pt x="1443990" y="115570"/>
                  </a:cubicBezTo>
                  <a:cubicBezTo>
                    <a:pt x="1441450" y="132080"/>
                    <a:pt x="1430020" y="156210"/>
                    <a:pt x="1416050" y="168910"/>
                  </a:cubicBezTo>
                  <a:cubicBezTo>
                    <a:pt x="1402080" y="180340"/>
                    <a:pt x="1360170" y="189230"/>
                    <a:pt x="1360170" y="189230"/>
                  </a:cubicBezTo>
                </a:path>
              </a:pathLst>
            </a:custGeom>
            <a:solidFill>
              <a:srgbClr val="94AAB8"/>
            </a:solidFill>
            <a:ln cap="sq">
              <a:noFill/>
              <a:prstDash val="solid"/>
              <a:miter/>
            </a:ln>
          </p:spPr>
        </p:sp>
      </p:grpSp>
      <p:grpSp>
        <p:nvGrpSpPr>
          <p:cNvPr name="Group 23" id="23"/>
          <p:cNvGrpSpPr/>
          <p:nvPr/>
        </p:nvGrpSpPr>
        <p:grpSpPr>
          <a:xfrm rot="0">
            <a:off x="420053" y="6246495"/>
            <a:ext cx="194310" cy="194310"/>
            <a:chOff x="0" y="0"/>
            <a:chExt cx="259080" cy="259080"/>
          </a:xfrm>
        </p:grpSpPr>
        <p:sp>
          <p:nvSpPr>
            <p:cNvPr name="Freeform 24" id="24"/>
            <p:cNvSpPr/>
            <p:nvPr/>
          </p:nvSpPr>
          <p:spPr>
            <a:xfrm flipH="false" flipV="false" rot="0">
              <a:off x="44450" y="50800"/>
              <a:ext cx="160020" cy="166370"/>
            </a:xfrm>
            <a:custGeom>
              <a:avLst/>
              <a:gdLst/>
              <a:ahLst/>
              <a:cxnLst/>
              <a:rect r="r" b="b" t="t" l="l"/>
              <a:pathLst>
                <a:path h="166370" w="160020">
                  <a:moveTo>
                    <a:pt x="160020" y="57150"/>
                  </a:moveTo>
                  <a:cubicBezTo>
                    <a:pt x="156210" y="115570"/>
                    <a:pt x="135890" y="147320"/>
                    <a:pt x="115570" y="157480"/>
                  </a:cubicBezTo>
                  <a:cubicBezTo>
                    <a:pt x="93980" y="166370"/>
                    <a:pt x="57150" y="160020"/>
                    <a:pt x="38100" y="152400"/>
                  </a:cubicBezTo>
                  <a:cubicBezTo>
                    <a:pt x="25400" y="146050"/>
                    <a:pt x="16510" y="137160"/>
                    <a:pt x="10160" y="124460"/>
                  </a:cubicBezTo>
                  <a:cubicBezTo>
                    <a:pt x="2540" y="106680"/>
                    <a:pt x="0" y="67310"/>
                    <a:pt x="6350" y="48260"/>
                  </a:cubicBezTo>
                  <a:cubicBezTo>
                    <a:pt x="10160" y="34290"/>
                    <a:pt x="20320" y="24130"/>
                    <a:pt x="30480" y="16510"/>
                  </a:cubicBezTo>
                  <a:cubicBezTo>
                    <a:pt x="40640" y="8890"/>
                    <a:pt x="52070" y="1270"/>
                    <a:pt x="66040" y="0"/>
                  </a:cubicBezTo>
                  <a:cubicBezTo>
                    <a:pt x="86360" y="0"/>
                    <a:pt x="139700" y="22860"/>
                    <a:pt x="139700" y="22860"/>
                  </a:cubicBezTo>
                </a:path>
              </a:pathLst>
            </a:custGeom>
            <a:solidFill>
              <a:srgbClr val="94AAB8"/>
            </a:solidFill>
            <a:ln cap="sq">
              <a:noFill/>
              <a:prstDash val="solid"/>
              <a:miter/>
            </a:ln>
          </p:spPr>
        </p:sp>
      </p:grpSp>
      <p:sp>
        <p:nvSpPr>
          <p:cNvPr name="TextBox 25" id="25"/>
          <p:cNvSpPr txBox="true"/>
          <p:nvPr/>
        </p:nvSpPr>
        <p:spPr>
          <a:xfrm rot="0">
            <a:off x="1199739" y="1787684"/>
            <a:ext cx="5957349" cy="26765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Kugira ubumenyi kuri virusi itera SIDA, SIDA ubwayo n’itandukaniro hagati y’umuntu ufite virusi itera SIDA n’umurwayi wa SIDA</a:t>
            </a:r>
          </a:p>
        </p:txBody>
      </p:sp>
      <p:sp>
        <p:nvSpPr>
          <p:cNvPr name="TextBox 26" id="26"/>
          <p:cNvSpPr txBox="true"/>
          <p:nvPr/>
        </p:nvSpPr>
        <p:spPr>
          <a:xfrm rot="0">
            <a:off x="1042035" y="6739890"/>
            <a:ext cx="5803660" cy="21431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Gusobanura virusi itera SIDA, SIDA ubwayo n’itandukaniro hagati y’umuntu ufite Virusi itera SIDA n’umurwayi wa SIDA</a:t>
            </a:r>
          </a:p>
        </p:txBody>
      </p:sp>
      <p:sp>
        <p:nvSpPr>
          <p:cNvPr name="TextBox 27" id="27"/>
          <p:cNvSpPr txBox="true"/>
          <p:nvPr/>
        </p:nvSpPr>
        <p:spPr>
          <a:xfrm rot="0">
            <a:off x="1385844" y="1322387"/>
            <a:ext cx="5957349"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Ubumenyi</a:t>
            </a:r>
          </a:p>
        </p:txBody>
      </p:sp>
      <p:sp>
        <p:nvSpPr>
          <p:cNvPr name="TextBox 28" id="28"/>
          <p:cNvSpPr txBox="true"/>
          <p:nvPr/>
        </p:nvSpPr>
        <p:spPr>
          <a:xfrm rot="0">
            <a:off x="1345377" y="6154103"/>
            <a:ext cx="5262840"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Ubumenyi ngiro</a:t>
            </a:r>
          </a:p>
        </p:txBody>
      </p:sp>
      <p:sp>
        <p:nvSpPr>
          <p:cNvPr name="TextBox 29" id="29"/>
          <p:cNvSpPr txBox="true"/>
          <p:nvPr/>
        </p:nvSpPr>
        <p:spPr>
          <a:xfrm rot="0">
            <a:off x="9774810" y="388303"/>
            <a:ext cx="7942834" cy="2273300"/>
          </a:xfrm>
          <a:prstGeom prst="rect">
            <a:avLst/>
          </a:prstGeom>
        </p:spPr>
        <p:txBody>
          <a:bodyPr anchor="t" rtlCol="false" tIns="0" lIns="0" bIns="0" rIns="0">
            <a:spAutoFit/>
          </a:bodyPr>
          <a:lstStyle/>
          <a:p>
            <a:pPr algn="r">
              <a:lnSpc>
                <a:spcPts val="9100"/>
              </a:lnSpc>
            </a:pPr>
            <a:r>
              <a:rPr lang="en-US" sz="6500">
                <a:solidFill>
                  <a:srgbClr val="3B365F"/>
                </a:solidFill>
                <a:latin typeface="TAN Headline"/>
                <a:ea typeface="TAN Headline"/>
                <a:cs typeface="TAN Headline"/>
                <a:sym typeface="TAN Headline"/>
              </a:rPr>
              <a:t>UBUSHOBOZI FATIZO</a:t>
            </a:r>
          </a:p>
        </p:txBody>
      </p:sp>
      <p:sp>
        <p:nvSpPr>
          <p:cNvPr name="TextBox 30" id="30"/>
          <p:cNvSpPr txBox="true"/>
          <p:nvPr/>
        </p:nvSpPr>
        <p:spPr>
          <a:xfrm rot="0">
            <a:off x="10034701" y="3366453"/>
            <a:ext cx="5803660" cy="16097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Kuba intyoza mu byavuga</a:t>
            </a:r>
          </a:p>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Kubaha abatoza</a:t>
            </a:r>
          </a:p>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Kudahutaza abatoza</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false" flipV="false" rot="10385461">
            <a:off x="-3184086" y="-1008853"/>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441338">
            <a:off x="8981625" y="1549050"/>
            <a:ext cx="8104724" cy="5087159"/>
          </a:xfrm>
          <a:custGeom>
            <a:avLst/>
            <a:gdLst/>
            <a:ahLst/>
            <a:cxnLst/>
            <a:rect r="r" b="b" t="t" l="l"/>
            <a:pathLst>
              <a:path h="5087159" w="8104724">
                <a:moveTo>
                  <a:pt x="8104724" y="0"/>
                </a:moveTo>
                <a:lnTo>
                  <a:pt x="0" y="0"/>
                </a:lnTo>
                <a:lnTo>
                  <a:pt x="0" y="5087159"/>
                </a:lnTo>
                <a:lnTo>
                  <a:pt x="8104724" y="5087159"/>
                </a:lnTo>
                <a:lnTo>
                  <a:pt x="810472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034701" y="2809399"/>
            <a:ext cx="5262840"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Imyifatire</a:t>
            </a:r>
          </a:p>
        </p:txBody>
      </p:sp>
      <p:sp>
        <p:nvSpPr>
          <p:cNvPr name="Freeform 5" id="5"/>
          <p:cNvSpPr/>
          <p:nvPr/>
        </p:nvSpPr>
        <p:spPr>
          <a:xfrm flipH="true" flipV="false" rot="-441338">
            <a:off x="655367" y="137249"/>
            <a:ext cx="8043462" cy="5048706"/>
          </a:xfrm>
          <a:custGeom>
            <a:avLst/>
            <a:gdLst/>
            <a:ahLst/>
            <a:cxnLst/>
            <a:rect r="r" b="b" t="t" l="l"/>
            <a:pathLst>
              <a:path h="5048706" w="8043462">
                <a:moveTo>
                  <a:pt x="8043461" y="0"/>
                </a:moveTo>
                <a:lnTo>
                  <a:pt x="0" y="0"/>
                </a:lnTo>
                <a:lnTo>
                  <a:pt x="0" y="5048706"/>
                </a:lnTo>
                <a:lnTo>
                  <a:pt x="8043461" y="5048706"/>
                </a:lnTo>
                <a:lnTo>
                  <a:pt x="804346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441338">
            <a:off x="292300" y="4945469"/>
            <a:ext cx="8104724" cy="5087159"/>
          </a:xfrm>
          <a:custGeom>
            <a:avLst/>
            <a:gdLst/>
            <a:ahLst/>
            <a:cxnLst/>
            <a:rect r="r" b="b" t="t" l="l"/>
            <a:pathLst>
              <a:path h="5087159" w="8104724">
                <a:moveTo>
                  <a:pt x="8104724" y="0"/>
                </a:moveTo>
                <a:lnTo>
                  <a:pt x="0" y="0"/>
                </a:lnTo>
                <a:lnTo>
                  <a:pt x="0" y="5087160"/>
                </a:lnTo>
                <a:lnTo>
                  <a:pt x="8104724" y="5087160"/>
                </a:lnTo>
                <a:lnTo>
                  <a:pt x="810472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988919" y="5145740"/>
            <a:ext cx="4915980" cy="5239901"/>
          </a:xfrm>
          <a:custGeom>
            <a:avLst/>
            <a:gdLst/>
            <a:ahLst/>
            <a:cxnLst/>
            <a:rect r="r" b="b" t="t" l="l"/>
            <a:pathLst>
              <a:path h="5239901" w="4915980">
                <a:moveTo>
                  <a:pt x="0" y="0"/>
                </a:moveTo>
                <a:lnTo>
                  <a:pt x="4915979" y="0"/>
                </a:lnTo>
                <a:lnTo>
                  <a:pt x="4915979" y="5239901"/>
                </a:lnTo>
                <a:lnTo>
                  <a:pt x="0" y="52399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4285979" y="5762796"/>
            <a:ext cx="2973321" cy="4767715"/>
          </a:xfrm>
          <a:custGeom>
            <a:avLst/>
            <a:gdLst/>
            <a:ahLst/>
            <a:cxnLst/>
            <a:rect r="r" b="b" t="t" l="l"/>
            <a:pathLst>
              <a:path h="4767715" w="2973321">
                <a:moveTo>
                  <a:pt x="2973321" y="0"/>
                </a:moveTo>
                <a:lnTo>
                  <a:pt x="0" y="0"/>
                </a:lnTo>
                <a:lnTo>
                  <a:pt x="0" y="4767715"/>
                </a:lnTo>
                <a:lnTo>
                  <a:pt x="2973321" y="4767715"/>
                </a:lnTo>
                <a:lnTo>
                  <a:pt x="2973321"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44764" y="1234758"/>
            <a:ext cx="666750" cy="2979420"/>
            <a:chOff x="0" y="0"/>
            <a:chExt cx="889000" cy="3972560"/>
          </a:xfrm>
        </p:grpSpPr>
        <p:sp>
          <p:nvSpPr>
            <p:cNvPr name="Freeform 10" id="10"/>
            <p:cNvSpPr/>
            <p:nvPr/>
          </p:nvSpPr>
          <p:spPr>
            <a:xfrm flipH="false" flipV="false" rot="0">
              <a:off x="48260" y="49530"/>
              <a:ext cx="792480" cy="3872230"/>
            </a:xfrm>
            <a:custGeom>
              <a:avLst/>
              <a:gdLst/>
              <a:ahLst/>
              <a:cxnLst/>
              <a:rect r="r" b="b" t="t" l="l"/>
              <a:pathLst>
                <a:path h="3872230" w="792480">
                  <a:moveTo>
                    <a:pt x="267970" y="81280"/>
                  </a:moveTo>
                  <a:cubicBezTo>
                    <a:pt x="240030" y="612140"/>
                    <a:pt x="190500" y="855980"/>
                    <a:pt x="177800" y="993140"/>
                  </a:cubicBezTo>
                  <a:cubicBezTo>
                    <a:pt x="170180" y="1075690"/>
                    <a:pt x="172720" y="1104900"/>
                    <a:pt x="170180" y="1191260"/>
                  </a:cubicBezTo>
                  <a:cubicBezTo>
                    <a:pt x="163830" y="1353820"/>
                    <a:pt x="152400" y="1731010"/>
                    <a:pt x="152400" y="1897380"/>
                  </a:cubicBezTo>
                  <a:cubicBezTo>
                    <a:pt x="152400" y="1988820"/>
                    <a:pt x="151130" y="2037080"/>
                    <a:pt x="156210" y="2108200"/>
                  </a:cubicBezTo>
                  <a:cubicBezTo>
                    <a:pt x="161290" y="2181860"/>
                    <a:pt x="173990" y="2264410"/>
                    <a:pt x="184150" y="2332990"/>
                  </a:cubicBezTo>
                  <a:cubicBezTo>
                    <a:pt x="193040" y="2390140"/>
                    <a:pt x="200660" y="2435860"/>
                    <a:pt x="213360" y="2491740"/>
                  </a:cubicBezTo>
                  <a:cubicBezTo>
                    <a:pt x="228600" y="2556510"/>
                    <a:pt x="248920" y="2617470"/>
                    <a:pt x="274320" y="2694940"/>
                  </a:cubicBezTo>
                  <a:cubicBezTo>
                    <a:pt x="311150" y="2805430"/>
                    <a:pt x="364490" y="2961640"/>
                    <a:pt x="419100" y="3088640"/>
                  </a:cubicBezTo>
                  <a:cubicBezTo>
                    <a:pt x="471170" y="3213100"/>
                    <a:pt x="534670" y="3337560"/>
                    <a:pt x="596900" y="3448050"/>
                  </a:cubicBezTo>
                  <a:cubicBezTo>
                    <a:pt x="652780" y="3550920"/>
                    <a:pt x="746760" y="3675380"/>
                    <a:pt x="773430" y="3733800"/>
                  </a:cubicBezTo>
                  <a:cubicBezTo>
                    <a:pt x="784860" y="3756660"/>
                    <a:pt x="792480" y="3768090"/>
                    <a:pt x="789940" y="3787140"/>
                  </a:cubicBezTo>
                  <a:cubicBezTo>
                    <a:pt x="787400" y="3808730"/>
                    <a:pt x="767080" y="3844290"/>
                    <a:pt x="749300" y="3858260"/>
                  </a:cubicBezTo>
                  <a:cubicBezTo>
                    <a:pt x="734060" y="3869690"/>
                    <a:pt x="712470" y="3872230"/>
                    <a:pt x="695960" y="3870960"/>
                  </a:cubicBezTo>
                  <a:cubicBezTo>
                    <a:pt x="678180" y="3869690"/>
                    <a:pt x="656590" y="3863340"/>
                    <a:pt x="643890" y="3849370"/>
                  </a:cubicBezTo>
                  <a:cubicBezTo>
                    <a:pt x="628650" y="3832860"/>
                    <a:pt x="612140" y="3796030"/>
                    <a:pt x="615950" y="3771900"/>
                  </a:cubicBezTo>
                  <a:cubicBezTo>
                    <a:pt x="619760" y="3747770"/>
                    <a:pt x="642620" y="3716020"/>
                    <a:pt x="664210" y="3705860"/>
                  </a:cubicBezTo>
                  <a:cubicBezTo>
                    <a:pt x="685800" y="3695700"/>
                    <a:pt x="725170" y="3698240"/>
                    <a:pt x="745490" y="3708400"/>
                  </a:cubicBezTo>
                  <a:cubicBezTo>
                    <a:pt x="763270" y="3716020"/>
                    <a:pt x="775970" y="3733800"/>
                    <a:pt x="783590" y="3750310"/>
                  </a:cubicBezTo>
                  <a:cubicBezTo>
                    <a:pt x="789940" y="3765550"/>
                    <a:pt x="791210" y="3788410"/>
                    <a:pt x="787400" y="3804920"/>
                  </a:cubicBezTo>
                  <a:cubicBezTo>
                    <a:pt x="783590" y="3822700"/>
                    <a:pt x="770890" y="3841750"/>
                    <a:pt x="756920" y="3851910"/>
                  </a:cubicBezTo>
                  <a:cubicBezTo>
                    <a:pt x="742950" y="3863340"/>
                    <a:pt x="722630" y="3870960"/>
                    <a:pt x="704850" y="3870960"/>
                  </a:cubicBezTo>
                  <a:cubicBezTo>
                    <a:pt x="687070" y="3872230"/>
                    <a:pt x="670560" y="3868420"/>
                    <a:pt x="651510" y="3855720"/>
                  </a:cubicBezTo>
                  <a:cubicBezTo>
                    <a:pt x="615950" y="3827780"/>
                    <a:pt x="575310" y="3745230"/>
                    <a:pt x="537210" y="3681730"/>
                  </a:cubicBezTo>
                  <a:cubicBezTo>
                    <a:pt x="491490" y="3606800"/>
                    <a:pt x="443230" y="3522980"/>
                    <a:pt x="400050" y="3434080"/>
                  </a:cubicBezTo>
                  <a:cubicBezTo>
                    <a:pt x="353060" y="3335020"/>
                    <a:pt x="304800" y="3221990"/>
                    <a:pt x="265430" y="3116580"/>
                  </a:cubicBezTo>
                  <a:cubicBezTo>
                    <a:pt x="226060" y="3014980"/>
                    <a:pt x="195580" y="2913380"/>
                    <a:pt x="165100" y="2813050"/>
                  </a:cubicBezTo>
                  <a:cubicBezTo>
                    <a:pt x="134620" y="2713990"/>
                    <a:pt x="106680" y="2623820"/>
                    <a:pt x="82550" y="2517140"/>
                  </a:cubicBezTo>
                  <a:cubicBezTo>
                    <a:pt x="54610" y="2393950"/>
                    <a:pt x="26670" y="2228850"/>
                    <a:pt x="13970" y="2113280"/>
                  </a:cubicBezTo>
                  <a:cubicBezTo>
                    <a:pt x="5080" y="2029460"/>
                    <a:pt x="3810" y="1991360"/>
                    <a:pt x="2540" y="1892300"/>
                  </a:cubicBezTo>
                  <a:cubicBezTo>
                    <a:pt x="0" y="1690370"/>
                    <a:pt x="0" y="1248410"/>
                    <a:pt x="21590" y="971550"/>
                  </a:cubicBezTo>
                  <a:cubicBezTo>
                    <a:pt x="40640" y="740410"/>
                    <a:pt x="99060" y="508000"/>
                    <a:pt x="110490" y="340360"/>
                  </a:cubicBezTo>
                  <a:cubicBezTo>
                    <a:pt x="118110" y="228600"/>
                    <a:pt x="93980" y="114300"/>
                    <a:pt x="109220" y="62230"/>
                  </a:cubicBezTo>
                  <a:cubicBezTo>
                    <a:pt x="116840" y="38100"/>
                    <a:pt x="127000" y="25400"/>
                    <a:pt x="142240" y="15240"/>
                  </a:cubicBezTo>
                  <a:cubicBezTo>
                    <a:pt x="156210" y="5080"/>
                    <a:pt x="179070" y="0"/>
                    <a:pt x="196850" y="1270"/>
                  </a:cubicBezTo>
                  <a:cubicBezTo>
                    <a:pt x="214630" y="3810"/>
                    <a:pt x="236220" y="15240"/>
                    <a:pt x="247650" y="27940"/>
                  </a:cubicBezTo>
                  <a:cubicBezTo>
                    <a:pt x="259080" y="41910"/>
                    <a:pt x="267970" y="81280"/>
                    <a:pt x="267970" y="81280"/>
                  </a:cubicBezTo>
                </a:path>
              </a:pathLst>
            </a:custGeom>
            <a:solidFill>
              <a:srgbClr val="94AAB8"/>
            </a:solidFill>
            <a:ln cap="sq">
              <a:noFill/>
              <a:prstDash val="solid"/>
              <a:miter/>
            </a:ln>
          </p:spPr>
        </p:sp>
      </p:grpSp>
      <p:grpSp>
        <p:nvGrpSpPr>
          <p:cNvPr name="Group 11" id="11"/>
          <p:cNvGrpSpPr/>
          <p:nvPr/>
        </p:nvGrpSpPr>
        <p:grpSpPr>
          <a:xfrm rot="0">
            <a:off x="1999298" y="4514850"/>
            <a:ext cx="197167" cy="197167"/>
            <a:chOff x="0" y="0"/>
            <a:chExt cx="262890" cy="262890"/>
          </a:xfrm>
        </p:grpSpPr>
        <p:sp>
          <p:nvSpPr>
            <p:cNvPr name="Freeform 12" id="12"/>
            <p:cNvSpPr/>
            <p:nvPr/>
          </p:nvSpPr>
          <p:spPr>
            <a:xfrm flipH="false" flipV="false" rot="0">
              <a:off x="49530" y="46990"/>
              <a:ext cx="161290" cy="167640"/>
            </a:xfrm>
            <a:custGeom>
              <a:avLst/>
              <a:gdLst/>
              <a:ahLst/>
              <a:cxnLst/>
              <a:rect r="r" b="b" t="t" l="l"/>
              <a:pathLst>
                <a:path h="167640" w="161290">
                  <a:moveTo>
                    <a:pt x="161290" y="57150"/>
                  </a:moveTo>
                  <a:cubicBezTo>
                    <a:pt x="140970" y="146050"/>
                    <a:pt x="128270" y="152400"/>
                    <a:pt x="116840" y="157480"/>
                  </a:cubicBezTo>
                  <a:cubicBezTo>
                    <a:pt x="105410" y="162560"/>
                    <a:pt x="92710" y="167640"/>
                    <a:pt x="77470" y="165100"/>
                  </a:cubicBezTo>
                  <a:cubicBezTo>
                    <a:pt x="58420" y="161290"/>
                    <a:pt x="24130" y="140970"/>
                    <a:pt x="12700" y="124460"/>
                  </a:cubicBezTo>
                  <a:cubicBezTo>
                    <a:pt x="3810" y="114300"/>
                    <a:pt x="0" y="101600"/>
                    <a:pt x="1270" y="87630"/>
                  </a:cubicBezTo>
                  <a:cubicBezTo>
                    <a:pt x="1270" y="67310"/>
                    <a:pt x="13970" y="31750"/>
                    <a:pt x="31750" y="17780"/>
                  </a:cubicBezTo>
                  <a:cubicBezTo>
                    <a:pt x="49530" y="3810"/>
                    <a:pt x="87630" y="0"/>
                    <a:pt x="107950" y="3810"/>
                  </a:cubicBezTo>
                  <a:cubicBezTo>
                    <a:pt x="121920" y="6350"/>
                    <a:pt x="140970" y="24130"/>
                    <a:pt x="140970" y="24130"/>
                  </a:cubicBezTo>
                </a:path>
              </a:pathLst>
            </a:custGeom>
            <a:solidFill>
              <a:srgbClr val="94AAB8"/>
            </a:solidFill>
            <a:ln cap="sq">
              <a:noFill/>
              <a:prstDash val="solid"/>
              <a:miter/>
            </a:ln>
          </p:spPr>
        </p:sp>
      </p:grpSp>
      <p:grpSp>
        <p:nvGrpSpPr>
          <p:cNvPr name="Group 13" id="13"/>
          <p:cNvGrpSpPr/>
          <p:nvPr/>
        </p:nvGrpSpPr>
        <p:grpSpPr>
          <a:xfrm rot="0">
            <a:off x="5991147" y="536575"/>
            <a:ext cx="2183130" cy="1037273"/>
            <a:chOff x="0" y="0"/>
            <a:chExt cx="2910840" cy="1383030"/>
          </a:xfrm>
        </p:grpSpPr>
        <p:sp>
          <p:nvSpPr>
            <p:cNvPr name="Freeform 14" id="14"/>
            <p:cNvSpPr/>
            <p:nvPr/>
          </p:nvSpPr>
          <p:spPr>
            <a:xfrm flipH="false" flipV="false" rot="0">
              <a:off x="46990" y="50800"/>
              <a:ext cx="2815590" cy="1285240"/>
            </a:xfrm>
            <a:custGeom>
              <a:avLst/>
              <a:gdLst/>
              <a:ahLst/>
              <a:cxnLst/>
              <a:rect r="r" b="b" t="t" l="l"/>
              <a:pathLst>
                <a:path h="1285240" w="2815590">
                  <a:moveTo>
                    <a:pt x="90170" y="0"/>
                  </a:moveTo>
                  <a:cubicBezTo>
                    <a:pt x="666750" y="77470"/>
                    <a:pt x="990600" y="139700"/>
                    <a:pt x="1184910" y="186690"/>
                  </a:cubicBezTo>
                  <a:cubicBezTo>
                    <a:pt x="1319530" y="219710"/>
                    <a:pt x="1417320" y="252730"/>
                    <a:pt x="1522730" y="287020"/>
                  </a:cubicBezTo>
                  <a:cubicBezTo>
                    <a:pt x="1619250" y="318770"/>
                    <a:pt x="1715770" y="353060"/>
                    <a:pt x="1795780" y="386080"/>
                  </a:cubicBezTo>
                  <a:cubicBezTo>
                    <a:pt x="1863090" y="412750"/>
                    <a:pt x="1925320" y="441960"/>
                    <a:pt x="1976120" y="467360"/>
                  </a:cubicBezTo>
                  <a:cubicBezTo>
                    <a:pt x="2014220" y="487680"/>
                    <a:pt x="2033270" y="494030"/>
                    <a:pt x="2075180" y="521970"/>
                  </a:cubicBezTo>
                  <a:cubicBezTo>
                    <a:pt x="2160270" y="579120"/>
                    <a:pt x="2352040" y="731520"/>
                    <a:pt x="2440940" y="810260"/>
                  </a:cubicBezTo>
                  <a:cubicBezTo>
                    <a:pt x="2495550" y="858520"/>
                    <a:pt x="2518410" y="891540"/>
                    <a:pt x="2566670" y="937260"/>
                  </a:cubicBezTo>
                  <a:cubicBezTo>
                    <a:pt x="2627630" y="993140"/>
                    <a:pt x="2744470" y="1073150"/>
                    <a:pt x="2782570" y="1117600"/>
                  </a:cubicBezTo>
                  <a:cubicBezTo>
                    <a:pt x="2799080" y="1139190"/>
                    <a:pt x="2807970" y="1151890"/>
                    <a:pt x="2811780" y="1169670"/>
                  </a:cubicBezTo>
                  <a:cubicBezTo>
                    <a:pt x="2815590" y="1188720"/>
                    <a:pt x="2813050" y="1212850"/>
                    <a:pt x="2804160" y="1229360"/>
                  </a:cubicBezTo>
                  <a:cubicBezTo>
                    <a:pt x="2795270" y="1245870"/>
                    <a:pt x="2778760" y="1263650"/>
                    <a:pt x="2762250" y="1271270"/>
                  </a:cubicBezTo>
                  <a:cubicBezTo>
                    <a:pt x="2744470" y="1280160"/>
                    <a:pt x="2721610" y="1283970"/>
                    <a:pt x="2702560" y="1280160"/>
                  </a:cubicBezTo>
                  <a:cubicBezTo>
                    <a:pt x="2683510" y="1276350"/>
                    <a:pt x="2661920" y="1262380"/>
                    <a:pt x="2650490" y="1250950"/>
                  </a:cubicBezTo>
                  <a:cubicBezTo>
                    <a:pt x="2641600" y="1243330"/>
                    <a:pt x="2637790" y="1235710"/>
                    <a:pt x="2633980" y="1225550"/>
                  </a:cubicBezTo>
                  <a:cubicBezTo>
                    <a:pt x="2628900" y="1210310"/>
                    <a:pt x="2625090" y="1183640"/>
                    <a:pt x="2628900" y="1165860"/>
                  </a:cubicBezTo>
                  <a:cubicBezTo>
                    <a:pt x="2633980" y="1146810"/>
                    <a:pt x="2649220" y="1126490"/>
                    <a:pt x="2660650" y="1115060"/>
                  </a:cubicBezTo>
                  <a:cubicBezTo>
                    <a:pt x="2669540" y="1107440"/>
                    <a:pt x="2678430" y="1103630"/>
                    <a:pt x="2687320" y="1099820"/>
                  </a:cubicBezTo>
                  <a:cubicBezTo>
                    <a:pt x="2696210" y="1096010"/>
                    <a:pt x="2705100" y="1093470"/>
                    <a:pt x="2716530" y="1094740"/>
                  </a:cubicBezTo>
                  <a:cubicBezTo>
                    <a:pt x="2733040" y="1094740"/>
                    <a:pt x="2758440" y="1101090"/>
                    <a:pt x="2774950" y="1111250"/>
                  </a:cubicBezTo>
                  <a:cubicBezTo>
                    <a:pt x="2790190" y="1122680"/>
                    <a:pt x="2804160" y="1141730"/>
                    <a:pt x="2809240" y="1160780"/>
                  </a:cubicBezTo>
                  <a:cubicBezTo>
                    <a:pt x="2815590" y="1178560"/>
                    <a:pt x="2811780" y="1203960"/>
                    <a:pt x="2807970" y="1220470"/>
                  </a:cubicBezTo>
                  <a:cubicBezTo>
                    <a:pt x="2805430" y="1230630"/>
                    <a:pt x="2801620" y="1238250"/>
                    <a:pt x="2792730" y="1245870"/>
                  </a:cubicBezTo>
                  <a:cubicBezTo>
                    <a:pt x="2782570" y="1258570"/>
                    <a:pt x="2760980" y="1273810"/>
                    <a:pt x="2743200" y="1278890"/>
                  </a:cubicBezTo>
                  <a:cubicBezTo>
                    <a:pt x="2724150" y="1283970"/>
                    <a:pt x="2710180" y="1285240"/>
                    <a:pt x="2683510" y="1273810"/>
                  </a:cubicBezTo>
                  <a:cubicBezTo>
                    <a:pt x="2583180" y="1231900"/>
                    <a:pt x="2192020" y="836930"/>
                    <a:pt x="2078990" y="744220"/>
                  </a:cubicBezTo>
                  <a:cubicBezTo>
                    <a:pt x="2035810" y="708660"/>
                    <a:pt x="2020570" y="695960"/>
                    <a:pt x="1987550" y="674370"/>
                  </a:cubicBezTo>
                  <a:cubicBezTo>
                    <a:pt x="1948180" y="650240"/>
                    <a:pt x="1911350" y="631190"/>
                    <a:pt x="1858010" y="604520"/>
                  </a:cubicBezTo>
                  <a:cubicBezTo>
                    <a:pt x="1772920" y="562610"/>
                    <a:pt x="1638300" y="501650"/>
                    <a:pt x="1524000" y="458470"/>
                  </a:cubicBezTo>
                  <a:cubicBezTo>
                    <a:pt x="1408430" y="414020"/>
                    <a:pt x="1297940" y="378460"/>
                    <a:pt x="1165860" y="341630"/>
                  </a:cubicBezTo>
                  <a:cubicBezTo>
                    <a:pt x="1010920" y="299720"/>
                    <a:pt x="830580" y="257810"/>
                    <a:pt x="651510" y="226060"/>
                  </a:cubicBezTo>
                  <a:cubicBezTo>
                    <a:pt x="459740" y="191770"/>
                    <a:pt x="132080" y="187960"/>
                    <a:pt x="50800" y="149860"/>
                  </a:cubicBezTo>
                  <a:cubicBezTo>
                    <a:pt x="26670" y="138430"/>
                    <a:pt x="17780" y="128270"/>
                    <a:pt x="10160" y="113030"/>
                  </a:cubicBezTo>
                  <a:cubicBezTo>
                    <a:pt x="2540" y="97790"/>
                    <a:pt x="0" y="73660"/>
                    <a:pt x="3810" y="57150"/>
                  </a:cubicBezTo>
                  <a:cubicBezTo>
                    <a:pt x="8890" y="40640"/>
                    <a:pt x="21590" y="21590"/>
                    <a:pt x="35560" y="12700"/>
                  </a:cubicBezTo>
                  <a:cubicBezTo>
                    <a:pt x="50800" y="2540"/>
                    <a:pt x="90170" y="0"/>
                    <a:pt x="90170" y="0"/>
                  </a:cubicBezTo>
                </a:path>
              </a:pathLst>
            </a:custGeom>
            <a:solidFill>
              <a:srgbClr val="94AAB8"/>
            </a:solidFill>
            <a:ln cap="sq">
              <a:noFill/>
              <a:prstDash val="solid"/>
              <a:miter/>
            </a:ln>
          </p:spPr>
        </p:sp>
      </p:grpSp>
      <p:grpSp>
        <p:nvGrpSpPr>
          <p:cNvPr name="Group 15" id="15"/>
          <p:cNvGrpSpPr/>
          <p:nvPr/>
        </p:nvGrpSpPr>
        <p:grpSpPr>
          <a:xfrm rot="0">
            <a:off x="8177134" y="1537653"/>
            <a:ext cx="194310" cy="197167"/>
            <a:chOff x="0" y="0"/>
            <a:chExt cx="259080" cy="262890"/>
          </a:xfrm>
        </p:grpSpPr>
        <p:sp>
          <p:nvSpPr>
            <p:cNvPr name="Freeform 16" id="16"/>
            <p:cNvSpPr/>
            <p:nvPr/>
          </p:nvSpPr>
          <p:spPr>
            <a:xfrm flipH="false" flipV="false" rot="0">
              <a:off x="43180" y="46990"/>
              <a:ext cx="161290" cy="167640"/>
            </a:xfrm>
            <a:custGeom>
              <a:avLst/>
              <a:gdLst/>
              <a:ahLst/>
              <a:cxnLst/>
              <a:rect r="r" b="b" t="t" l="l"/>
              <a:pathLst>
                <a:path h="167640" w="161290">
                  <a:moveTo>
                    <a:pt x="161290" y="58420"/>
                  </a:moveTo>
                  <a:cubicBezTo>
                    <a:pt x="158750" y="116840"/>
                    <a:pt x="133350" y="147320"/>
                    <a:pt x="116840" y="157480"/>
                  </a:cubicBezTo>
                  <a:cubicBezTo>
                    <a:pt x="104140" y="165100"/>
                    <a:pt x="91440" y="167640"/>
                    <a:pt x="77470" y="165100"/>
                  </a:cubicBezTo>
                  <a:cubicBezTo>
                    <a:pt x="58420" y="161290"/>
                    <a:pt x="24130" y="144780"/>
                    <a:pt x="12700" y="125730"/>
                  </a:cubicBezTo>
                  <a:cubicBezTo>
                    <a:pt x="0" y="105410"/>
                    <a:pt x="1270" y="67310"/>
                    <a:pt x="7620" y="48260"/>
                  </a:cubicBezTo>
                  <a:cubicBezTo>
                    <a:pt x="11430" y="34290"/>
                    <a:pt x="20320" y="25400"/>
                    <a:pt x="31750" y="17780"/>
                  </a:cubicBezTo>
                  <a:cubicBezTo>
                    <a:pt x="49530" y="7620"/>
                    <a:pt x="87630" y="0"/>
                    <a:pt x="107950" y="3810"/>
                  </a:cubicBezTo>
                  <a:cubicBezTo>
                    <a:pt x="121920" y="6350"/>
                    <a:pt x="140970" y="24130"/>
                    <a:pt x="140970" y="24130"/>
                  </a:cubicBezTo>
                </a:path>
              </a:pathLst>
            </a:custGeom>
            <a:solidFill>
              <a:srgbClr val="94AAB8"/>
            </a:solidFill>
            <a:ln cap="sq">
              <a:noFill/>
              <a:prstDash val="solid"/>
              <a:miter/>
            </a:ln>
          </p:spPr>
        </p:sp>
      </p:grpSp>
      <p:grpSp>
        <p:nvGrpSpPr>
          <p:cNvPr name="Group 17" id="17"/>
          <p:cNvGrpSpPr/>
          <p:nvPr/>
        </p:nvGrpSpPr>
        <p:grpSpPr>
          <a:xfrm rot="0">
            <a:off x="4039553" y="7854315"/>
            <a:ext cx="4258628" cy="1927860"/>
            <a:chOff x="0" y="0"/>
            <a:chExt cx="5678170" cy="2570480"/>
          </a:xfrm>
        </p:grpSpPr>
        <p:sp>
          <p:nvSpPr>
            <p:cNvPr name="Freeform 18" id="18"/>
            <p:cNvSpPr/>
            <p:nvPr/>
          </p:nvSpPr>
          <p:spPr>
            <a:xfrm flipH="false" flipV="false" rot="0">
              <a:off x="46990" y="50800"/>
              <a:ext cx="5580380" cy="2473960"/>
            </a:xfrm>
            <a:custGeom>
              <a:avLst/>
              <a:gdLst/>
              <a:ahLst/>
              <a:cxnLst/>
              <a:rect r="r" b="b" t="t" l="l"/>
              <a:pathLst>
                <a:path h="2473960" w="5580380">
                  <a:moveTo>
                    <a:pt x="5580380" y="96520"/>
                  </a:moveTo>
                  <a:cubicBezTo>
                    <a:pt x="5561330" y="207010"/>
                    <a:pt x="5543550" y="257810"/>
                    <a:pt x="5525770" y="295910"/>
                  </a:cubicBezTo>
                  <a:cubicBezTo>
                    <a:pt x="5510530" y="331470"/>
                    <a:pt x="5499100" y="359410"/>
                    <a:pt x="5473700" y="394970"/>
                  </a:cubicBezTo>
                  <a:cubicBezTo>
                    <a:pt x="5436870" y="449580"/>
                    <a:pt x="5367020" y="521970"/>
                    <a:pt x="5307330" y="580390"/>
                  </a:cubicBezTo>
                  <a:cubicBezTo>
                    <a:pt x="5245100" y="638810"/>
                    <a:pt x="5179060" y="698500"/>
                    <a:pt x="5110480" y="748030"/>
                  </a:cubicBezTo>
                  <a:cubicBezTo>
                    <a:pt x="5043170" y="796290"/>
                    <a:pt x="4954270" y="834390"/>
                    <a:pt x="4900930" y="873760"/>
                  </a:cubicBezTo>
                  <a:cubicBezTo>
                    <a:pt x="4861560" y="902970"/>
                    <a:pt x="4851400" y="927100"/>
                    <a:pt x="4808220" y="956310"/>
                  </a:cubicBezTo>
                  <a:cubicBezTo>
                    <a:pt x="4728210" y="1010920"/>
                    <a:pt x="4563110" y="1083310"/>
                    <a:pt x="4436110" y="1141730"/>
                  </a:cubicBezTo>
                  <a:cubicBezTo>
                    <a:pt x="4306570" y="1202690"/>
                    <a:pt x="4184650" y="1254760"/>
                    <a:pt x="4036060" y="1315720"/>
                  </a:cubicBezTo>
                  <a:cubicBezTo>
                    <a:pt x="3853180" y="1390650"/>
                    <a:pt x="3582670" y="1503680"/>
                    <a:pt x="3422650" y="1554480"/>
                  </a:cubicBezTo>
                  <a:cubicBezTo>
                    <a:pt x="3323590" y="1586230"/>
                    <a:pt x="3266440" y="1590040"/>
                    <a:pt x="3177540" y="1615440"/>
                  </a:cubicBezTo>
                  <a:cubicBezTo>
                    <a:pt x="3069590" y="1647190"/>
                    <a:pt x="2952750" y="1694180"/>
                    <a:pt x="2819400" y="1733550"/>
                  </a:cubicBezTo>
                  <a:cubicBezTo>
                    <a:pt x="2656840" y="1781810"/>
                    <a:pt x="2487930" y="1816100"/>
                    <a:pt x="2269490" y="1878330"/>
                  </a:cubicBezTo>
                  <a:cubicBezTo>
                    <a:pt x="1943100" y="1969770"/>
                    <a:pt x="1376680" y="2153920"/>
                    <a:pt x="1055370" y="2244090"/>
                  </a:cubicBezTo>
                  <a:cubicBezTo>
                    <a:pt x="844550" y="2303780"/>
                    <a:pt x="662940" y="2355850"/>
                    <a:pt x="529590" y="2382520"/>
                  </a:cubicBezTo>
                  <a:cubicBezTo>
                    <a:pt x="448310" y="2399030"/>
                    <a:pt x="400050" y="2396490"/>
                    <a:pt x="332740" y="2409190"/>
                  </a:cubicBezTo>
                  <a:cubicBezTo>
                    <a:pt x="259080" y="2424430"/>
                    <a:pt x="161290" y="2467610"/>
                    <a:pt x="106680" y="2468880"/>
                  </a:cubicBezTo>
                  <a:cubicBezTo>
                    <a:pt x="74930" y="2468880"/>
                    <a:pt x="48260" y="2465070"/>
                    <a:pt x="30480" y="2449830"/>
                  </a:cubicBezTo>
                  <a:cubicBezTo>
                    <a:pt x="13970" y="2434590"/>
                    <a:pt x="0" y="2399030"/>
                    <a:pt x="3810" y="2377440"/>
                  </a:cubicBezTo>
                  <a:cubicBezTo>
                    <a:pt x="6350" y="2354580"/>
                    <a:pt x="27940" y="2324100"/>
                    <a:pt x="48260" y="2312670"/>
                  </a:cubicBezTo>
                  <a:cubicBezTo>
                    <a:pt x="69850" y="2302510"/>
                    <a:pt x="106680" y="2306320"/>
                    <a:pt x="127000" y="2315210"/>
                  </a:cubicBezTo>
                  <a:cubicBezTo>
                    <a:pt x="143510" y="2322830"/>
                    <a:pt x="156210" y="2339340"/>
                    <a:pt x="162560" y="2354580"/>
                  </a:cubicBezTo>
                  <a:cubicBezTo>
                    <a:pt x="168910" y="2369820"/>
                    <a:pt x="172720" y="2390140"/>
                    <a:pt x="167640" y="2407920"/>
                  </a:cubicBezTo>
                  <a:cubicBezTo>
                    <a:pt x="160020" y="2428240"/>
                    <a:pt x="137160" y="2457450"/>
                    <a:pt x="115570" y="2466340"/>
                  </a:cubicBezTo>
                  <a:cubicBezTo>
                    <a:pt x="93980" y="2473960"/>
                    <a:pt x="55880" y="2466340"/>
                    <a:pt x="38100" y="2456180"/>
                  </a:cubicBezTo>
                  <a:cubicBezTo>
                    <a:pt x="22860" y="2446020"/>
                    <a:pt x="11430" y="2428240"/>
                    <a:pt x="6350" y="2413000"/>
                  </a:cubicBezTo>
                  <a:cubicBezTo>
                    <a:pt x="1270" y="2396490"/>
                    <a:pt x="0" y="2376170"/>
                    <a:pt x="7620" y="2359660"/>
                  </a:cubicBezTo>
                  <a:cubicBezTo>
                    <a:pt x="16510" y="2339340"/>
                    <a:pt x="36830" y="2321560"/>
                    <a:pt x="66040" y="2307590"/>
                  </a:cubicBezTo>
                  <a:cubicBezTo>
                    <a:pt x="116840" y="2279650"/>
                    <a:pt x="234950" y="2263140"/>
                    <a:pt x="309880" y="2249170"/>
                  </a:cubicBezTo>
                  <a:cubicBezTo>
                    <a:pt x="372110" y="2237740"/>
                    <a:pt x="408940" y="2240280"/>
                    <a:pt x="483870" y="2225040"/>
                  </a:cubicBezTo>
                  <a:cubicBezTo>
                    <a:pt x="624840" y="2197100"/>
                    <a:pt x="909320" y="2118360"/>
                    <a:pt x="1093470" y="2063750"/>
                  </a:cubicBezTo>
                  <a:cubicBezTo>
                    <a:pt x="1247140" y="2016760"/>
                    <a:pt x="1336040" y="1977390"/>
                    <a:pt x="1513840" y="1922780"/>
                  </a:cubicBezTo>
                  <a:cubicBezTo>
                    <a:pt x="1819910" y="1830070"/>
                    <a:pt x="2473960" y="1668780"/>
                    <a:pt x="2764790" y="1577340"/>
                  </a:cubicBezTo>
                  <a:cubicBezTo>
                    <a:pt x="2922270" y="1529080"/>
                    <a:pt x="3020060" y="1483360"/>
                    <a:pt x="3126740" y="1451610"/>
                  </a:cubicBezTo>
                  <a:cubicBezTo>
                    <a:pt x="3210560" y="1426210"/>
                    <a:pt x="3261360" y="1422400"/>
                    <a:pt x="3352800" y="1393190"/>
                  </a:cubicBezTo>
                  <a:cubicBezTo>
                    <a:pt x="3506470" y="1343660"/>
                    <a:pt x="3755390" y="1242060"/>
                    <a:pt x="3953510" y="1158240"/>
                  </a:cubicBezTo>
                  <a:cubicBezTo>
                    <a:pt x="4151630" y="1074420"/>
                    <a:pt x="4392930" y="963930"/>
                    <a:pt x="4540250" y="890270"/>
                  </a:cubicBezTo>
                  <a:cubicBezTo>
                    <a:pt x="4631690" y="844550"/>
                    <a:pt x="4682490" y="820420"/>
                    <a:pt x="4758690" y="773430"/>
                  </a:cubicBezTo>
                  <a:cubicBezTo>
                    <a:pt x="4852670" y="715010"/>
                    <a:pt x="4975860" y="623570"/>
                    <a:pt x="5059680" y="560070"/>
                  </a:cubicBezTo>
                  <a:cubicBezTo>
                    <a:pt x="5120640" y="511810"/>
                    <a:pt x="5167630" y="476250"/>
                    <a:pt x="5215890" y="429260"/>
                  </a:cubicBezTo>
                  <a:cubicBezTo>
                    <a:pt x="5264150" y="381000"/>
                    <a:pt x="5317490" y="326390"/>
                    <a:pt x="5349240" y="274320"/>
                  </a:cubicBezTo>
                  <a:cubicBezTo>
                    <a:pt x="5375910" y="232410"/>
                    <a:pt x="5391150" y="187960"/>
                    <a:pt x="5402580" y="148590"/>
                  </a:cubicBezTo>
                  <a:cubicBezTo>
                    <a:pt x="5411470" y="115570"/>
                    <a:pt x="5405120" y="80010"/>
                    <a:pt x="5416550" y="54610"/>
                  </a:cubicBezTo>
                  <a:cubicBezTo>
                    <a:pt x="5425440" y="35560"/>
                    <a:pt x="5441950" y="19050"/>
                    <a:pt x="5455920" y="10160"/>
                  </a:cubicBezTo>
                  <a:cubicBezTo>
                    <a:pt x="5468620" y="2540"/>
                    <a:pt x="5481320" y="0"/>
                    <a:pt x="5495290" y="0"/>
                  </a:cubicBezTo>
                  <a:cubicBezTo>
                    <a:pt x="5513070" y="1270"/>
                    <a:pt x="5538470" y="11430"/>
                    <a:pt x="5552440" y="21590"/>
                  </a:cubicBezTo>
                  <a:cubicBezTo>
                    <a:pt x="5563870" y="30480"/>
                    <a:pt x="5570220" y="43180"/>
                    <a:pt x="5575300" y="55880"/>
                  </a:cubicBezTo>
                  <a:cubicBezTo>
                    <a:pt x="5580380" y="67310"/>
                    <a:pt x="5580380" y="96520"/>
                    <a:pt x="5580380" y="96520"/>
                  </a:cubicBezTo>
                </a:path>
              </a:pathLst>
            </a:custGeom>
            <a:solidFill>
              <a:srgbClr val="94AAB8"/>
            </a:solidFill>
            <a:ln cap="sq">
              <a:noFill/>
              <a:prstDash val="solid"/>
              <a:miter/>
            </a:ln>
          </p:spPr>
        </p:sp>
      </p:grpSp>
      <p:grpSp>
        <p:nvGrpSpPr>
          <p:cNvPr name="Group 19" id="19"/>
          <p:cNvGrpSpPr/>
          <p:nvPr/>
        </p:nvGrpSpPr>
        <p:grpSpPr>
          <a:xfrm rot="0">
            <a:off x="3779520" y="9743122"/>
            <a:ext cx="194310" cy="192405"/>
            <a:chOff x="0" y="0"/>
            <a:chExt cx="259080" cy="256540"/>
          </a:xfrm>
        </p:grpSpPr>
        <p:sp>
          <p:nvSpPr>
            <p:cNvPr name="Freeform 20" id="20"/>
            <p:cNvSpPr/>
            <p:nvPr/>
          </p:nvSpPr>
          <p:spPr>
            <a:xfrm flipH="false" flipV="false" rot="0">
              <a:off x="44450" y="46990"/>
              <a:ext cx="160020" cy="166370"/>
            </a:xfrm>
            <a:custGeom>
              <a:avLst/>
              <a:gdLst/>
              <a:ahLst/>
              <a:cxnLst/>
              <a:rect r="r" b="b" t="t" l="l"/>
              <a:pathLst>
                <a:path h="166370" w="160020">
                  <a:moveTo>
                    <a:pt x="160020" y="58420"/>
                  </a:moveTo>
                  <a:cubicBezTo>
                    <a:pt x="156210" y="116840"/>
                    <a:pt x="135890" y="148590"/>
                    <a:pt x="115570" y="157480"/>
                  </a:cubicBezTo>
                  <a:cubicBezTo>
                    <a:pt x="93980" y="166370"/>
                    <a:pt x="57150" y="161290"/>
                    <a:pt x="38100" y="153670"/>
                  </a:cubicBezTo>
                  <a:cubicBezTo>
                    <a:pt x="25400" y="147320"/>
                    <a:pt x="16510" y="138430"/>
                    <a:pt x="10160" y="125730"/>
                  </a:cubicBezTo>
                  <a:cubicBezTo>
                    <a:pt x="2540" y="106680"/>
                    <a:pt x="0" y="67310"/>
                    <a:pt x="6350" y="48260"/>
                  </a:cubicBezTo>
                  <a:cubicBezTo>
                    <a:pt x="10160" y="34290"/>
                    <a:pt x="17780" y="25400"/>
                    <a:pt x="30480" y="17780"/>
                  </a:cubicBezTo>
                  <a:cubicBezTo>
                    <a:pt x="46990" y="7620"/>
                    <a:pt x="86360" y="0"/>
                    <a:pt x="105410" y="3810"/>
                  </a:cubicBezTo>
                  <a:cubicBezTo>
                    <a:pt x="119380" y="6350"/>
                    <a:pt x="139700" y="24130"/>
                    <a:pt x="139700" y="24130"/>
                  </a:cubicBezTo>
                </a:path>
              </a:pathLst>
            </a:custGeom>
            <a:solidFill>
              <a:srgbClr val="94AAB8"/>
            </a:solidFill>
            <a:ln cap="sq">
              <a:noFill/>
              <a:prstDash val="solid"/>
              <a:miter/>
            </a:ln>
          </p:spPr>
        </p:sp>
      </p:grpSp>
      <p:grpSp>
        <p:nvGrpSpPr>
          <p:cNvPr name="Group 21" id="21"/>
          <p:cNvGrpSpPr/>
          <p:nvPr/>
        </p:nvGrpSpPr>
        <p:grpSpPr>
          <a:xfrm rot="0">
            <a:off x="462915" y="5180647"/>
            <a:ext cx="1158240" cy="1030605"/>
            <a:chOff x="0" y="0"/>
            <a:chExt cx="1544320" cy="1374140"/>
          </a:xfrm>
        </p:grpSpPr>
        <p:sp>
          <p:nvSpPr>
            <p:cNvPr name="Freeform 22" id="22"/>
            <p:cNvSpPr/>
            <p:nvPr/>
          </p:nvSpPr>
          <p:spPr>
            <a:xfrm flipH="false" flipV="false" rot="0">
              <a:off x="48260" y="31750"/>
              <a:ext cx="1446530" cy="1291590"/>
            </a:xfrm>
            <a:custGeom>
              <a:avLst/>
              <a:gdLst/>
              <a:ahLst/>
              <a:cxnLst/>
              <a:rect r="r" b="b" t="t" l="l"/>
              <a:pathLst>
                <a:path h="1291590" w="1446530">
                  <a:moveTo>
                    <a:pt x="1360170" y="189230"/>
                  </a:moveTo>
                  <a:cubicBezTo>
                    <a:pt x="908050" y="203200"/>
                    <a:pt x="891540" y="218440"/>
                    <a:pt x="853440" y="246380"/>
                  </a:cubicBezTo>
                  <a:cubicBezTo>
                    <a:pt x="789940" y="290830"/>
                    <a:pt x="697230" y="393700"/>
                    <a:pt x="629920" y="450850"/>
                  </a:cubicBezTo>
                  <a:cubicBezTo>
                    <a:pt x="575310" y="496570"/>
                    <a:pt x="528320" y="525780"/>
                    <a:pt x="480060" y="566420"/>
                  </a:cubicBezTo>
                  <a:cubicBezTo>
                    <a:pt x="431800" y="608330"/>
                    <a:pt x="375920" y="659130"/>
                    <a:pt x="340360" y="699770"/>
                  </a:cubicBezTo>
                  <a:cubicBezTo>
                    <a:pt x="313690" y="730250"/>
                    <a:pt x="297180" y="753110"/>
                    <a:pt x="279400" y="783590"/>
                  </a:cubicBezTo>
                  <a:cubicBezTo>
                    <a:pt x="260350" y="812800"/>
                    <a:pt x="241300" y="847090"/>
                    <a:pt x="229870" y="880110"/>
                  </a:cubicBezTo>
                  <a:cubicBezTo>
                    <a:pt x="219710" y="908050"/>
                    <a:pt x="215900" y="930910"/>
                    <a:pt x="212090" y="966470"/>
                  </a:cubicBezTo>
                  <a:cubicBezTo>
                    <a:pt x="205740" y="1018540"/>
                    <a:pt x="223520" y="1107440"/>
                    <a:pt x="210820" y="1162050"/>
                  </a:cubicBezTo>
                  <a:cubicBezTo>
                    <a:pt x="199390" y="1205230"/>
                    <a:pt x="177800" y="1250950"/>
                    <a:pt x="153670" y="1272540"/>
                  </a:cubicBezTo>
                  <a:cubicBezTo>
                    <a:pt x="137160" y="1286510"/>
                    <a:pt x="115570" y="1291590"/>
                    <a:pt x="96520" y="1291590"/>
                  </a:cubicBezTo>
                  <a:cubicBezTo>
                    <a:pt x="77470" y="1291590"/>
                    <a:pt x="53340" y="1280160"/>
                    <a:pt x="39370" y="1271270"/>
                  </a:cubicBezTo>
                  <a:cubicBezTo>
                    <a:pt x="29210" y="1264920"/>
                    <a:pt x="24130" y="1259840"/>
                    <a:pt x="17780" y="1249680"/>
                  </a:cubicBezTo>
                  <a:cubicBezTo>
                    <a:pt x="10160" y="1235710"/>
                    <a:pt x="1270" y="1210310"/>
                    <a:pt x="2540" y="1191260"/>
                  </a:cubicBezTo>
                  <a:cubicBezTo>
                    <a:pt x="3810" y="1172210"/>
                    <a:pt x="12700" y="1149350"/>
                    <a:pt x="25400" y="1135380"/>
                  </a:cubicBezTo>
                  <a:cubicBezTo>
                    <a:pt x="36830" y="1120140"/>
                    <a:pt x="58420" y="1108710"/>
                    <a:pt x="76200" y="1103630"/>
                  </a:cubicBezTo>
                  <a:cubicBezTo>
                    <a:pt x="95250" y="1099820"/>
                    <a:pt x="119380" y="1102360"/>
                    <a:pt x="137160" y="1111250"/>
                  </a:cubicBezTo>
                  <a:cubicBezTo>
                    <a:pt x="153670" y="1118870"/>
                    <a:pt x="171450" y="1139190"/>
                    <a:pt x="180340" y="1151890"/>
                  </a:cubicBezTo>
                  <a:cubicBezTo>
                    <a:pt x="186690" y="1162050"/>
                    <a:pt x="189230" y="1169670"/>
                    <a:pt x="190500" y="1181100"/>
                  </a:cubicBezTo>
                  <a:cubicBezTo>
                    <a:pt x="191770" y="1197610"/>
                    <a:pt x="189230" y="1224280"/>
                    <a:pt x="180340" y="1240790"/>
                  </a:cubicBezTo>
                  <a:cubicBezTo>
                    <a:pt x="171450" y="1257300"/>
                    <a:pt x="149860" y="1275080"/>
                    <a:pt x="135890" y="1282700"/>
                  </a:cubicBezTo>
                  <a:cubicBezTo>
                    <a:pt x="125730" y="1287780"/>
                    <a:pt x="118110" y="1290320"/>
                    <a:pt x="106680" y="1290320"/>
                  </a:cubicBezTo>
                  <a:cubicBezTo>
                    <a:pt x="90170" y="1291590"/>
                    <a:pt x="63500" y="1287780"/>
                    <a:pt x="48260" y="1277620"/>
                  </a:cubicBezTo>
                  <a:cubicBezTo>
                    <a:pt x="31750" y="1267460"/>
                    <a:pt x="15240" y="1249680"/>
                    <a:pt x="8890" y="1231900"/>
                  </a:cubicBezTo>
                  <a:cubicBezTo>
                    <a:pt x="1270" y="1214120"/>
                    <a:pt x="0" y="1188720"/>
                    <a:pt x="5080" y="1170940"/>
                  </a:cubicBezTo>
                  <a:cubicBezTo>
                    <a:pt x="11430" y="1153160"/>
                    <a:pt x="38100" y="1120140"/>
                    <a:pt x="39370" y="1121410"/>
                  </a:cubicBezTo>
                  <a:cubicBezTo>
                    <a:pt x="40640" y="1121410"/>
                    <a:pt x="25400" y="1163320"/>
                    <a:pt x="21590" y="1162050"/>
                  </a:cubicBezTo>
                  <a:cubicBezTo>
                    <a:pt x="12700" y="1160780"/>
                    <a:pt x="17780" y="1013460"/>
                    <a:pt x="24130" y="960120"/>
                  </a:cubicBezTo>
                  <a:cubicBezTo>
                    <a:pt x="29210" y="924560"/>
                    <a:pt x="35560" y="901700"/>
                    <a:pt x="45720" y="871220"/>
                  </a:cubicBezTo>
                  <a:cubicBezTo>
                    <a:pt x="57150" y="838200"/>
                    <a:pt x="71120" y="802640"/>
                    <a:pt x="88900" y="767080"/>
                  </a:cubicBezTo>
                  <a:cubicBezTo>
                    <a:pt x="107950" y="727710"/>
                    <a:pt x="132080" y="688340"/>
                    <a:pt x="161290" y="646430"/>
                  </a:cubicBezTo>
                  <a:cubicBezTo>
                    <a:pt x="198120" y="595630"/>
                    <a:pt x="242570" y="535940"/>
                    <a:pt x="297180" y="483870"/>
                  </a:cubicBezTo>
                  <a:cubicBezTo>
                    <a:pt x="359410" y="424180"/>
                    <a:pt x="452120" y="374650"/>
                    <a:pt x="524510" y="313690"/>
                  </a:cubicBezTo>
                  <a:cubicBezTo>
                    <a:pt x="598170" y="251460"/>
                    <a:pt x="674370" y="160020"/>
                    <a:pt x="735330" y="115570"/>
                  </a:cubicBezTo>
                  <a:cubicBezTo>
                    <a:pt x="774700" y="86360"/>
                    <a:pt x="805180" y="71120"/>
                    <a:pt x="843280" y="54610"/>
                  </a:cubicBezTo>
                  <a:cubicBezTo>
                    <a:pt x="878840" y="39370"/>
                    <a:pt x="904240" y="26670"/>
                    <a:pt x="955040" y="19050"/>
                  </a:cubicBezTo>
                  <a:cubicBezTo>
                    <a:pt x="1054100" y="5080"/>
                    <a:pt x="1333500" y="0"/>
                    <a:pt x="1399540" y="30480"/>
                  </a:cubicBezTo>
                  <a:cubicBezTo>
                    <a:pt x="1423670" y="41910"/>
                    <a:pt x="1432560" y="59690"/>
                    <a:pt x="1438910" y="74930"/>
                  </a:cubicBezTo>
                  <a:cubicBezTo>
                    <a:pt x="1445260" y="87630"/>
                    <a:pt x="1446530" y="101600"/>
                    <a:pt x="1443990" y="115570"/>
                  </a:cubicBezTo>
                  <a:cubicBezTo>
                    <a:pt x="1441450" y="132080"/>
                    <a:pt x="1430020" y="156210"/>
                    <a:pt x="1416050" y="168910"/>
                  </a:cubicBezTo>
                  <a:cubicBezTo>
                    <a:pt x="1402080" y="180340"/>
                    <a:pt x="1360170" y="189230"/>
                    <a:pt x="1360170" y="189230"/>
                  </a:cubicBezTo>
                </a:path>
              </a:pathLst>
            </a:custGeom>
            <a:solidFill>
              <a:srgbClr val="94AAB8"/>
            </a:solidFill>
            <a:ln cap="sq">
              <a:noFill/>
              <a:prstDash val="solid"/>
              <a:miter/>
            </a:ln>
          </p:spPr>
        </p:sp>
      </p:grpSp>
      <p:grpSp>
        <p:nvGrpSpPr>
          <p:cNvPr name="Group 23" id="23"/>
          <p:cNvGrpSpPr/>
          <p:nvPr/>
        </p:nvGrpSpPr>
        <p:grpSpPr>
          <a:xfrm rot="0">
            <a:off x="420053" y="6246495"/>
            <a:ext cx="194310" cy="194310"/>
            <a:chOff x="0" y="0"/>
            <a:chExt cx="259080" cy="259080"/>
          </a:xfrm>
        </p:grpSpPr>
        <p:sp>
          <p:nvSpPr>
            <p:cNvPr name="Freeform 24" id="24"/>
            <p:cNvSpPr/>
            <p:nvPr/>
          </p:nvSpPr>
          <p:spPr>
            <a:xfrm flipH="false" flipV="false" rot="0">
              <a:off x="44450" y="50800"/>
              <a:ext cx="160020" cy="166370"/>
            </a:xfrm>
            <a:custGeom>
              <a:avLst/>
              <a:gdLst/>
              <a:ahLst/>
              <a:cxnLst/>
              <a:rect r="r" b="b" t="t" l="l"/>
              <a:pathLst>
                <a:path h="166370" w="160020">
                  <a:moveTo>
                    <a:pt x="160020" y="57150"/>
                  </a:moveTo>
                  <a:cubicBezTo>
                    <a:pt x="156210" y="115570"/>
                    <a:pt x="135890" y="147320"/>
                    <a:pt x="115570" y="157480"/>
                  </a:cubicBezTo>
                  <a:cubicBezTo>
                    <a:pt x="93980" y="166370"/>
                    <a:pt x="57150" y="160020"/>
                    <a:pt x="38100" y="152400"/>
                  </a:cubicBezTo>
                  <a:cubicBezTo>
                    <a:pt x="25400" y="146050"/>
                    <a:pt x="16510" y="137160"/>
                    <a:pt x="10160" y="124460"/>
                  </a:cubicBezTo>
                  <a:cubicBezTo>
                    <a:pt x="2540" y="106680"/>
                    <a:pt x="0" y="67310"/>
                    <a:pt x="6350" y="48260"/>
                  </a:cubicBezTo>
                  <a:cubicBezTo>
                    <a:pt x="10160" y="34290"/>
                    <a:pt x="20320" y="24130"/>
                    <a:pt x="30480" y="16510"/>
                  </a:cubicBezTo>
                  <a:cubicBezTo>
                    <a:pt x="40640" y="8890"/>
                    <a:pt x="52070" y="1270"/>
                    <a:pt x="66040" y="0"/>
                  </a:cubicBezTo>
                  <a:cubicBezTo>
                    <a:pt x="86360" y="0"/>
                    <a:pt x="139700" y="22860"/>
                    <a:pt x="139700" y="22860"/>
                  </a:cubicBezTo>
                </a:path>
              </a:pathLst>
            </a:custGeom>
            <a:solidFill>
              <a:srgbClr val="94AAB8"/>
            </a:solidFill>
            <a:ln cap="sq">
              <a:noFill/>
              <a:prstDash val="solid"/>
              <a:miter/>
            </a:ln>
          </p:spPr>
        </p:sp>
      </p:grpSp>
      <p:sp>
        <p:nvSpPr>
          <p:cNvPr name="TextBox 25" id="25"/>
          <p:cNvSpPr txBox="true"/>
          <p:nvPr/>
        </p:nvSpPr>
        <p:spPr>
          <a:xfrm rot="0">
            <a:off x="1687830" y="2410507"/>
            <a:ext cx="4783022" cy="10763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Kumenya uburyoVirusi itera SIDA yandura</a:t>
            </a:r>
          </a:p>
        </p:txBody>
      </p:sp>
      <p:sp>
        <p:nvSpPr>
          <p:cNvPr name="TextBox 26" id="26"/>
          <p:cNvSpPr txBox="true"/>
          <p:nvPr/>
        </p:nvSpPr>
        <p:spPr>
          <a:xfrm rot="0">
            <a:off x="1512737" y="7048367"/>
            <a:ext cx="4264831" cy="16097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Gusobanura uburyoVirusi itera SIDA yandurwa</a:t>
            </a:r>
          </a:p>
        </p:txBody>
      </p:sp>
      <p:sp>
        <p:nvSpPr>
          <p:cNvPr name="TextBox 27" id="27"/>
          <p:cNvSpPr txBox="true"/>
          <p:nvPr/>
        </p:nvSpPr>
        <p:spPr>
          <a:xfrm rot="0">
            <a:off x="1385844" y="1560925"/>
            <a:ext cx="5957349"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Ubumenyi</a:t>
            </a:r>
          </a:p>
        </p:txBody>
      </p:sp>
      <p:sp>
        <p:nvSpPr>
          <p:cNvPr name="TextBox 28" id="28"/>
          <p:cNvSpPr txBox="true"/>
          <p:nvPr/>
        </p:nvSpPr>
        <p:spPr>
          <a:xfrm rot="0">
            <a:off x="1345377" y="6367357"/>
            <a:ext cx="5262840"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Ubumenyi ngiro</a:t>
            </a:r>
          </a:p>
        </p:txBody>
      </p:sp>
      <p:sp>
        <p:nvSpPr>
          <p:cNvPr name="TextBox 29" id="29"/>
          <p:cNvSpPr txBox="true"/>
          <p:nvPr/>
        </p:nvSpPr>
        <p:spPr>
          <a:xfrm rot="0">
            <a:off x="9774810" y="388303"/>
            <a:ext cx="7942834" cy="2273300"/>
          </a:xfrm>
          <a:prstGeom prst="rect">
            <a:avLst/>
          </a:prstGeom>
        </p:spPr>
        <p:txBody>
          <a:bodyPr anchor="t" rtlCol="false" tIns="0" lIns="0" bIns="0" rIns="0">
            <a:spAutoFit/>
          </a:bodyPr>
          <a:lstStyle/>
          <a:p>
            <a:pPr algn="r">
              <a:lnSpc>
                <a:spcPts val="9100"/>
              </a:lnSpc>
            </a:pPr>
            <a:r>
              <a:rPr lang="en-US" sz="6500">
                <a:solidFill>
                  <a:srgbClr val="3B365F"/>
                </a:solidFill>
                <a:latin typeface="TAN Headline"/>
                <a:ea typeface="TAN Headline"/>
                <a:cs typeface="TAN Headline"/>
                <a:sym typeface="TAN Headline"/>
              </a:rPr>
              <a:t>UBUSHOBOZI FATIZO</a:t>
            </a:r>
          </a:p>
        </p:txBody>
      </p:sp>
      <p:sp>
        <p:nvSpPr>
          <p:cNvPr name="TextBox 30" id="30"/>
          <p:cNvSpPr txBox="true"/>
          <p:nvPr/>
        </p:nvSpPr>
        <p:spPr>
          <a:xfrm rot="0">
            <a:off x="10034701" y="3438525"/>
            <a:ext cx="5803660" cy="16097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•Kuba intyoza mu byavuga</a:t>
            </a:r>
          </a:p>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Kubaha abatoza</a:t>
            </a:r>
          </a:p>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Kudahutaza abatoza</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false" flipV="false" rot="10385461">
            <a:off x="-3184086" y="-1008853"/>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441338">
            <a:off x="8981625" y="1549050"/>
            <a:ext cx="8104724" cy="5087159"/>
          </a:xfrm>
          <a:custGeom>
            <a:avLst/>
            <a:gdLst/>
            <a:ahLst/>
            <a:cxnLst/>
            <a:rect r="r" b="b" t="t" l="l"/>
            <a:pathLst>
              <a:path h="5087159" w="8104724">
                <a:moveTo>
                  <a:pt x="8104724" y="0"/>
                </a:moveTo>
                <a:lnTo>
                  <a:pt x="0" y="0"/>
                </a:lnTo>
                <a:lnTo>
                  <a:pt x="0" y="5087159"/>
                </a:lnTo>
                <a:lnTo>
                  <a:pt x="8104724" y="5087159"/>
                </a:lnTo>
                <a:lnTo>
                  <a:pt x="810472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4" id="4"/>
          <p:cNvSpPr txBox="true"/>
          <p:nvPr/>
        </p:nvSpPr>
        <p:spPr>
          <a:xfrm rot="0">
            <a:off x="10034701" y="2667318"/>
            <a:ext cx="5262840"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Imyifatire</a:t>
            </a:r>
          </a:p>
        </p:txBody>
      </p:sp>
      <p:sp>
        <p:nvSpPr>
          <p:cNvPr name="Freeform 5" id="5"/>
          <p:cNvSpPr/>
          <p:nvPr/>
        </p:nvSpPr>
        <p:spPr>
          <a:xfrm flipH="true" flipV="false" rot="-441338">
            <a:off x="655367" y="137249"/>
            <a:ext cx="8043462" cy="5048706"/>
          </a:xfrm>
          <a:custGeom>
            <a:avLst/>
            <a:gdLst/>
            <a:ahLst/>
            <a:cxnLst/>
            <a:rect r="r" b="b" t="t" l="l"/>
            <a:pathLst>
              <a:path h="5048706" w="8043462">
                <a:moveTo>
                  <a:pt x="8043461" y="0"/>
                </a:moveTo>
                <a:lnTo>
                  <a:pt x="0" y="0"/>
                </a:lnTo>
                <a:lnTo>
                  <a:pt x="0" y="5048706"/>
                </a:lnTo>
                <a:lnTo>
                  <a:pt x="8043461" y="5048706"/>
                </a:lnTo>
                <a:lnTo>
                  <a:pt x="804346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true" flipV="false" rot="-441338">
            <a:off x="292300" y="4945469"/>
            <a:ext cx="8104724" cy="5087159"/>
          </a:xfrm>
          <a:custGeom>
            <a:avLst/>
            <a:gdLst/>
            <a:ahLst/>
            <a:cxnLst/>
            <a:rect r="r" b="b" t="t" l="l"/>
            <a:pathLst>
              <a:path h="5087159" w="8104724">
                <a:moveTo>
                  <a:pt x="8104724" y="0"/>
                </a:moveTo>
                <a:lnTo>
                  <a:pt x="0" y="0"/>
                </a:lnTo>
                <a:lnTo>
                  <a:pt x="0" y="5087160"/>
                </a:lnTo>
                <a:lnTo>
                  <a:pt x="8104724" y="5087160"/>
                </a:lnTo>
                <a:lnTo>
                  <a:pt x="8104724"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8988919" y="5145740"/>
            <a:ext cx="4915980" cy="5239901"/>
          </a:xfrm>
          <a:custGeom>
            <a:avLst/>
            <a:gdLst/>
            <a:ahLst/>
            <a:cxnLst/>
            <a:rect r="r" b="b" t="t" l="l"/>
            <a:pathLst>
              <a:path h="5239901" w="4915980">
                <a:moveTo>
                  <a:pt x="0" y="0"/>
                </a:moveTo>
                <a:lnTo>
                  <a:pt x="4915979" y="0"/>
                </a:lnTo>
                <a:lnTo>
                  <a:pt x="4915979" y="5239901"/>
                </a:lnTo>
                <a:lnTo>
                  <a:pt x="0" y="5239901"/>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8" id="8"/>
          <p:cNvSpPr/>
          <p:nvPr/>
        </p:nvSpPr>
        <p:spPr>
          <a:xfrm flipH="true" flipV="false" rot="0">
            <a:off x="14285979" y="5762796"/>
            <a:ext cx="2973321" cy="4767715"/>
          </a:xfrm>
          <a:custGeom>
            <a:avLst/>
            <a:gdLst/>
            <a:ahLst/>
            <a:cxnLst/>
            <a:rect r="r" b="b" t="t" l="l"/>
            <a:pathLst>
              <a:path h="4767715" w="2973321">
                <a:moveTo>
                  <a:pt x="2973321" y="0"/>
                </a:moveTo>
                <a:lnTo>
                  <a:pt x="0" y="0"/>
                </a:lnTo>
                <a:lnTo>
                  <a:pt x="0" y="4767715"/>
                </a:lnTo>
                <a:lnTo>
                  <a:pt x="2973321" y="4767715"/>
                </a:lnTo>
                <a:lnTo>
                  <a:pt x="2973321" y="0"/>
                </a:lnTo>
                <a:close/>
              </a:path>
            </a:pathLst>
          </a:custGeom>
          <a:blipFill>
            <a:blip r:embed="rId8">
              <a:extLst>
                <a:ext uri="{96DAC541-7B7A-43D3-8B79-37D633B846F1}">
                  <asvg:svgBlip xmlns:asvg="http://schemas.microsoft.com/office/drawing/2016/SVG/main" r:embed="rId9"/>
                </a:ext>
              </a:extLst>
            </a:blip>
            <a:stretch>
              <a:fillRect l="0" t="0" r="0" b="0"/>
            </a:stretch>
          </a:blipFill>
        </p:spPr>
      </p:sp>
      <p:grpSp>
        <p:nvGrpSpPr>
          <p:cNvPr name="Group 9" id="9"/>
          <p:cNvGrpSpPr/>
          <p:nvPr/>
        </p:nvGrpSpPr>
        <p:grpSpPr>
          <a:xfrm rot="0">
            <a:off x="644764" y="1234758"/>
            <a:ext cx="666750" cy="2979420"/>
            <a:chOff x="0" y="0"/>
            <a:chExt cx="889000" cy="3972560"/>
          </a:xfrm>
        </p:grpSpPr>
        <p:sp>
          <p:nvSpPr>
            <p:cNvPr name="Freeform 10" id="10"/>
            <p:cNvSpPr/>
            <p:nvPr/>
          </p:nvSpPr>
          <p:spPr>
            <a:xfrm flipH="false" flipV="false" rot="0">
              <a:off x="48260" y="49530"/>
              <a:ext cx="792480" cy="3872230"/>
            </a:xfrm>
            <a:custGeom>
              <a:avLst/>
              <a:gdLst/>
              <a:ahLst/>
              <a:cxnLst/>
              <a:rect r="r" b="b" t="t" l="l"/>
              <a:pathLst>
                <a:path h="3872230" w="792480">
                  <a:moveTo>
                    <a:pt x="267970" y="81280"/>
                  </a:moveTo>
                  <a:cubicBezTo>
                    <a:pt x="240030" y="612140"/>
                    <a:pt x="190500" y="855980"/>
                    <a:pt x="177800" y="993140"/>
                  </a:cubicBezTo>
                  <a:cubicBezTo>
                    <a:pt x="170180" y="1075690"/>
                    <a:pt x="172720" y="1104900"/>
                    <a:pt x="170180" y="1191260"/>
                  </a:cubicBezTo>
                  <a:cubicBezTo>
                    <a:pt x="163830" y="1353820"/>
                    <a:pt x="152400" y="1731010"/>
                    <a:pt x="152400" y="1897380"/>
                  </a:cubicBezTo>
                  <a:cubicBezTo>
                    <a:pt x="152400" y="1988820"/>
                    <a:pt x="151130" y="2037080"/>
                    <a:pt x="156210" y="2108200"/>
                  </a:cubicBezTo>
                  <a:cubicBezTo>
                    <a:pt x="161290" y="2181860"/>
                    <a:pt x="173990" y="2264410"/>
                    <a:pt x="184150" y="2332990"/>
                  </a:cubicBezTo>
                  <a:cubicBezTo>
                    <a:pt x="193040" y="2390140"/>
                    <a:pt x="200660" y="2435860"/>
                    <a:pt x="213360" y="2491740"/>
                  </a:cubicBezTo>
                  <a:cubicBezTo>
                    <a:pt x="228600" y="2556510"/>
                    <a:pt x="248920" y="2617470"/>
                    <a:pt x="274320" y="2694940"/>
                  </a:cubicBezTo>
                  <a:cubicBezTo>
                    <a:pt x="311150" y="2805430"/>
                    <a:pt x="364490" y="2961640"/>
                    <a:pt x="419100" y="3088640"/>
                  </a:cubicBezTo>
                  <a:cubicBezTo>
                    <a:pt x="471170" y="3213100"/>
                    <a:pt x="534670" y="3337560"/>
                    <a:pt x="596900" y="3448050"/>
                  </a:cubicBezTo>
                  <a:cubicBezTo>
                    <a:pt x="652780" y="3550920"/>
                    <a:pt x="746760" y="3675380"/>
                    <a:pt x="773430" y="3733800"/>
                  </a:cubicBezTo>
                  <a:cubicBezTo>
                    <a:pt x="784860" y="3756660"/>
                    <a:pt x="792480" y="3768090"/>
                    <a:pt x="789940" y="3787140"/>
                  </a:cubicBezTo>
                  <a:cubicBezTo>
                    <a:pt x="787400" y="3808730"/>
                    <a:pt x="767080" y="3844290"/>
                    <a:pt x="749300" y="3858260"/>
                  </a:cubicBezTo>
                  <a:cubicBezTo>
                    <a:pt x="734060" y="3869690"/>
                    <a:pt x="712470" y="3872230"/>
                    <a:pt x="695960" y="3870960"/>
                  </a:cubicBezTo>
                  <a:cubicBezTo>
                    <a:pt x="678180" y="3869690"/>
                    <a:pt x="656590" y="3863340"/>
                    <a:pt x="643890" y="3849370"/>
                  </a:cubicBezTo>
                  <a:cubicBezTo>
                    <a:pt x="628650" y="3832860"/>
                    <a:pt x="612140" y="3796030"/>
                    <a:pt x="615950" y="3771900"/>
                  </a:cubicBezTo>
                  <a:cubicBezTo>
                    <a:pt x="619760" y="3747770"/>
                    <a:pt x="642620" y="3716020"/>
                    <a:pt x="664210" y="3705860"/>
                  </a:cubicBezTo>
                  <a:cubicBezTo>
                    <a:pt x="685800" y="3695700"/>
                    <a:pt x="725170" y="3698240"/>
                    <a:pt x="745490" y="3708400"/>
                  </a:cubicBezTo>
                  <a:cubicBezTo>
                    <a:pt x="763270" y="3716020"/>
                    <a:pt x="775970" y="3733800"/>
                    <a:pt x="783590" y="3750310"/>
                  </a:cubicBezTo>
                  <a:cubicBezTo>
                    <a:pt x="789940" y="3765550"/>
                    <a:pt x="791210" y="3788410"/>
                    <a:pt x="787400" y="3804920"/>
                  </a:cubicBezTo>
                  <a:cubicBezTo>
                    <a:pt x="783590" y="3822700"/>
                    <a:pt x="770890" y="3841750"/>
                    <a:pt x="756920" y="3851910"/>
                  </a:cubicBezTo>
                  <a:cubicBezTo>
                    <a:pt x="742950" y="3863340"/>
                    <a:pt x="722630" y="3870960"/>
                    <a:pt x="704850" y="3870960"/>
                  </a:cubicBezTo>
                  <a:cubicBezTo>
                    <a:pt x="687070" y="3872230"/>
                    <a:pt x="670560" y="3868420"/>
                    <a:pt x="651510" y="3855720"/>
                  </a:cubicBezTo>
                  <a:cubicBezTo>
                    <a:pt x="615950" y="3827780"/>
                    <a:pt x="575310" y="3745230"/>
                    <a:pt x="537210" y="3681730"/>
                  </a:cubicBezTo>
                  <a:cubicBezTo>
                    <a:pt x="491490" y="3606800"/>
                    <a:pt x="443230" y="3522980"/>
                    <a:pt x="400050" y="3434080"/>
                  </a:cubicBezTo>
                  <a:cubicBezTo>
                    <a:pt x="353060" y="3335020"/>
                    <a:pt x="304800" y="3221990"/>
                    <a:pt x="265430" y="3116580"/>
                  </a:cubicBezTo>
                  <a:cubicBezTo>
                    <a:pt x="226060" y="3014980"/>
                    <a:pt x="195580" y="2913380"/>
                    <a:pt x="165100" y="2813050"/>
                  </a:cubicBezTo>
                  <a:cubicBezTo>
                    <a:pt x="134620" y="2713990"/>
                    <a:pt x="106680" y="2623820"/>
                    <a:pt x="82550" y="2517140"/>
                  </a:cubicBezTo>
                  <a:cubicBezTo>
                    <a:pt x="54610" y="2393950"/>
                    <a:pt x="26670" y="2228850"/>
                    <a:pt x="13970" y="2113280"/>
                  </a:cubicBezTo>
                  <a:cubicBezTo>
                    <a:pt x="5080" y="2029460"/>
                    <a:pt x="3810" y="1991360"/>
                    <a:pt x="2540" y="1892300"/>
                  </a:cubicBezTo>
                  <a:cubicBezTo>
                    <a:pt x="0" y="1690370"/>
                    <a:pt x="0" y="1248410"/>
                    <a:pt x="21590" y="971550"/>
                  </a:cubicBezTo>
                  <a:cubicBezTo>
                    <a:pt x="40640" y="740410"/>
                    <a:pt x="99060" y="508000"/>
                    <a:pt x="110490" y="340360"/>
                  </a:cubicBezTo>
                  <a:cubicBezTo>
                    <a:pt x="118110" y="228600"/>
                    <a:pt x="93980" y="114300"/>
                    <a:pt x="109220" y="62230"/>
                  </a:cubicBezTo>
                  <a:cubicBezTo>
                    <a:pt x="116840" y="38100"/>
                    <a:pt x="127000" y="25400"/>
                    <a:pt x="142240" y="15240"/>
                  </a:cubicBezTo>
                  <a:cubicBezTo>
                    <a:pt x="156210" y="5080"/>
                    <a:pt x="179070" y="0"/>
                    <a:pt x="196850" y="1270"/>
                  </a:cubicBezTo>
                  <a:cubicBezTo>
                    <a:pt x="214630" y="3810"/>
                    <a:pt x="236220" y="15240"/>
                    <a:pt x="247650" y="27940"/>
                  </a:cubicBezTo>
                  <a:cubicBezTo>
                    <a:pt x="259080" y="41910"/>
                    <a:pt x="267970" y="81280"/>
                    <a:pt x="267970" y="81280"/>
                  </a:cubicBezTo>
                </a:path>
              </a:pathLst>
            </a:custGeom>
            <a:solidFill>
              <a:srgbClr val="94AAB8"/>
            </a:solidFill>
            <a:ln cap="sq">
              <a:noFill/>
              <a:prstDash val="solid"/>
              <a:miter/>
            </a:ln>
          </p:spPr>
        </p:sp>
      </p:grpSp>
      <p:grpSp>
        <p:nvGrpSpPr>
          <p:cNvPr name="Group 11" id="11"/>
          <p:cNvGrpSpPr/>
          <p:nvPr/>
        </p:nvGrpSpPr>
        <p:grpSpPr>
          <a:xfrm rot="0">
            <a:off x="1999298" y="4514850"/>
            <a:ext cx="197167" cy="197167"/>
            <a:chOff x="0" y="0"/>
            <a:chExt cx="262890" cy="262890"/>
          </a:xfrm>
        </p:grpSpPr>
        <p:sp>
          <p:nvSpPr>
            <p:cNvPr name="Freeform 12" id="12"/>
            <p:cNvSpPr/>
            <p:nvPr/>
          </p:nvSpPr>
          <p:spPr>
            <a:xfrm flipH="false" flipV="false" rot="0">
              <a:off x="49530" y="46990"/>
              <a:ext cx="161290" cy="167640"/>
            </a:xfrm>
            <a:custGeom>
              <a:avLst/>
              <a:gdLst/>
              <a:ahLst/>
              <a:cxnLst/>
              <a:rect r="r" b="b" t="t" l="l"/>
              <a:pathLst>
                <a:path h="167640" w="161290">
                  <a:moveTo>
                    <a:pt x="161290" y="57150"/>
                  </a:moveTo>
                  <a:cubicBezTo>
                    <a:pt x="140970" y="146050"/>
                    <a:pt x="128270" y="152400"/>
                    <a:pt x="116840" y="157480"/>
                  </a:cubicBezTo>
                  <a:cubicBezTo>
                    <a:pt x="105410" y="162560"/>
                    <a:pt x="92710" y="167640"/>
                    <a:pt x="77470" y="165100"/>
                  </a:cubicBezTo>
                  <a:cubicBezTo>
                    <a:pt x="58420" y="161290"/>
                    <a:pt x="24130" y="140970"/>
                    <a:pt x="12700" y="124460"/>
                  </a:cubicBezTo>
                  <a:cubicBezTo>
                    <a:pt x="3810" y="114300"/>
                    <a:pt x="0" y="101600"/>
                    <a:pt x="1270" y="87630"/>
                  </a:cubicBezTo>
                  <a:cubicBezTo>
                    <a:pt x="1270" y="67310"/>
                    <a:pt x="13970" y="31750"/>
                    <a:pt x="31750" y="17780"/>
                  </a:cubicBezTo>
                  <a:cubicBezTo>
                    <a:pt x="49530" y="3810"/>
                    <a:pt x="87630" y="0"/>
                    <a:pt x="107950" y="3810"/>
                  </a:cubicBezTo>
                  <a:cubicBezTo>
                    <a:pt x="121920" y="6350"/>
                    <a:pt x="140970" y="24130"/>
                    <a:pt x="140970" y="24130"/>
                  </a:cubicBezTo>
                </a:path>
              </a:pathLst>
            </a:custGeom>
            <a:solidFill>
              <a:srgbClr val="94AAB8"/>
            </a:solidFill>
            <a:ln cap="sq">
              <a:noFill/>
              <a:prstDash val="solid"/>
              <a:miter/>
            </a:ln>
          </p:spPr>
        </p:sp>
      </p:grpSp>
      <p:grpSp>
        <p:nvGrpSpPr>
          <p:cNvPr name="Group 13" id="13"/>
          <p:cNvGrpSpPr/>
          <p:nvPr/>
        </p:nvGrpSpPr>
        <p:grpSpPr>
          <a:xfrm rot="0">
            <a:off x="5991147" y="536575"/>
            <a:ext cx="2183130" cy="1037273"/>
            <a:chOff x="0" y="0"/>
            <a:chExt cx="2910840" cy="1383030"/>
          </a:xfrm>
        </p:grpSpPr>
        <p:sp>
          <p:nvSpPr>
            <p:cNvPr name="Freeform 14" id="14"/>
            <p:cNvSpPr/>
            <p:nvPr/>
          </p:nvSpPr>
          <p:spPr>
            <a:xfrm flipH="false" flipV="false" rot="0">
              <a:off x="46990" y="50800"/>
              <a:ext cx="2815590" cy="1285240"/>
            </a:xfrm>
            <a:custGeom>
              <a:avLst/>
              <a:gdLst/>
              <a:ahLst/>
              <a:cxnLst/>
              <a:rect r="r" b="b" t="t" l="l"/>
              <a:pathLst>
                <a:path h="1285240" w="2815590">
                  <a:moveTo>
                    <a:pt x="90170" y="0"/>
                  </a:moveTo>
                  <a:cubicBezTo>
                    <a:pt x="666750" y="77470"/>
                    <a:pt x="990600" y="139700"/>
                    <a:pt x="1184910" y="186690"/>
                  </a:cubicBezTo>
                  <a:cubicBezTo>
                    <a:pt x="1319530" y="219710"/>
                    <a:pt x="1417320" y="252730"/>
                    <a:pt x="1522730" y="287020"/>
                  </a:cubicBezTo>
                  <a:cubicBezTo>
                    <a:pt x="1619250" y="318770"/>
                    <a:pt x="1715770" y="353060"/>
                    <a:pt x="1795780" y="386080"/>
                  </a:cubicBezTo>
                  <a:cubicBezTo>
                    <a:pt x="1863090" y="412750"/>
                    <a:pt x="1925320" y="441960"/>
                    <a:pt x="1976120" y="467360"/>
                  </a:cubicBezTo>
                  <a:cubicBezTo>
                    <a:pt x="2014220" y="487680"/>
                    <a:pt x="2033270" y="494030"/>
                    <a:pt x="2075180" y="521970"/>
                  </a:cubicBezTo>
                  <a:cubicBezTo>
                    <a:pt x="2160270" y="579120"/>
                    <a:pt x="2352040" y="731520"/>
                    <a:pt x="2440940" y="810260"/>
                  </a:cubicBezTo>
                  <a:cubicBezTo>
                    <a:pt x="2495550" y="858520"/>
                    <a:pt x="2518410" y="891540"/>
                    <a:pt x="2566670" y="937260"/>
                  </a:cubicBezTo>
                  <a:cubicBezTo>
                    <a:pt x="2627630" y="993140"/>
                    <a:pt x="2744470" y="1073150"/>
                    <a:pt x="2782570" y="1117600"/>
                  </a:cubicBezTo>
                  <a:cubicBezTo>
                    <a:pt x="2799080" y="1139190"/>
                    <a:pt x="2807970" y="1151890"/>
                    <a:pt x="2811780" y="1169670"/>
                  </a:cubicBezTo>
                  <a:cubicBezTo>
                    <a:pt x="2815590" y="1188720"/>
                    <a:pt x="2813050" y="1212850"/>
                    <a:pt x="2804160" y="1229360"/>
                  </a:cubicBezTo>
                  <a:cubicBezTo>
                    <a:pt x="2795270" y="1245870"/>
                    <a:pt x="2778760" y="1263650"/>
                    <a:pt x="2762250" y="1271270"/>
                  </a:cubicBezTo>
                  <a:cubicBezTo>
                    <a:pt x="2744470" y="1280160"/>
                    <a:pt x="2721610" y="1283970"/>
                    <a:pt x="2702560" y="1280160"/>
                  </a:cubicBezTo>
                  <a:cubicBezTo>
                    <a:pt x="2683510" y="1276350"/>
                    <a:pt x="2661920" y="1262380"/>
                    <a:pt x="2650490" y="1250950"/>
                  </a:cubicBezTo>
                  <a:cubicBezTo>
                    <a:pt x="2641600" y="1243330"/>
                    <a:pt x="2637790" y="1235710"/>
                    <a:pt x="2633980" y="1225550"/>
                  </a:cubicBezTo>
                  <a:cubicBezTo>
                    <a:pt x="2628900" y="1210310"/>
                    <a:pt x="2625090" y="1183640"/>
                    <a:pt x="2628900" y="1165860"/>
                  </a:cubicBezTo>
                  <a:cubicBezTo>
                    <a:pt x="2633980" y="1146810"/>
                    <a:pt x="2649220" y="1126490"/>
                    <a:pt x="2660650" y="1115060"/>
                  </a:cubicBezTo>
                  <a:cubicBezTo>
                    <a:pt x="2669540" y="1107440"/>
                    <a:pt x="2678430" y="1103630"/>
                    <a:pt x="2687320" y="1099820"/>
                  </a:cubicBezTo>
                  <a:cubicBezTo>
                    <a:pt x="2696210" y="1096010"/>
                    <a:pt x="2705100" y="1093470"/>
                    <a:pt x="2716530" y="1094740"/>
                  </a:cubicBezTo>
                  <a:cubicBezTo>
                    <a:pt x="2733040" y="1094740"/>
                    <a:pt x="2758440" y="1101090"/>
                    <a:pt x="2774950" y="1111250"/>
                  </a:cubicBezTo>
                  <a:cubicBezTo>
                    <a:pt x="2790190" y="1122680"/>
                    <a:pt x="2804160" y="1141730"/>
                    <a:pt x="2809240" y="1160780"/>
                  </a:cubicBezTo>
                  <a:cubicBezTo>
                    <a:pt x="2815590" y="1178560"/>
                    <a:pt x="2811780" y="1203960"/>
                    <a:pt x="2807970" y="1220470"/>
                  </a:cubicBezTo>
                  <a:cubicBezTo>
                    <a:pt x="2805430" y="1230630"/>
                    <a:pt x="2801620" y="1238250"/>
                    <a:pt x="2792730" y="1245870"/>
                  </a:cubicBezTo>
                  <a:cubicBezTo>
                    <a:pt x="2782570" y="1258570"/>
                    <a:pt x="2760980" y="1273810"/>
                    <a:pt x="2743200" y="1278890"/>
                  </a:cubicBezTo>
                  <a:cubicBezTo>
                    <a:pt x="2724150" y="1283970"/>
                    <a:pt x="2710180" y="1285240"/>
                    <a:pt x="2683510" y="1273810"/>
                  </a:cubicBezTo>
                  <a:cubicBezTo>
                    <a:pt x="2583180" y="1231900"/>
                    <a:pt x="2192020" y="836930"/>
                    <a:pt x="2078990" y="744220"/>
                  </a:cubicBezTo>
                  <a:cubicBezTo>
                    <a:pt x="2035810" y="708660"/>
                    <a:pt x="2020570" y="695960"/>
                    <a:pt x="1987550" y="674370"/>
                  </a:cubicBezTo>
                  <a:cubicBezTo>
                    <a:pt x="1948180" y="650240"/>
                    <a:pt x="1911350" y="631190"/>
                    <a:pt x="1858010" y="604520"/>
                  </a:cubicBezTo>
                  <a:cubicBezTo>
                    <a:pt x="1772920" y="562610"/>
                    <a:pt x="1638300" y="501650"/>
                    <a:pt x="1524000" y="458470"/>
                  </a:cubicBezTo>
                  <a:cubicBezTo>
                    <a:pt x="1408430" y="414020"/>
                    <a:pt x="1297940" y="378460"/>
                    <a:pt x="1165860" y="341630"/>
                  </a:cubicBezTo>
                  <a:cubicBezTo>
                    <a:pt x="1010920" y="299720"/>
                    <a:pt x="830580" y="257810"/>
                    <a:pt x="651510" y="226060"/>
                  </a:cubicBezTo>
                  <a:cubicBezTo>
                    <a:pt x="459740" y="191770"/>
                    <a:pt x="132080" y="187960"/>
                    <a:pt x="50800" y="149860"/>
                  </a:cubicBezTo>
                  <a:cubicBezTo>
                    <a:pt x="26670" y="138430"/>
                    <a:pt x="17780" y="128270"/>
                    <a:pt x="10160" y="113030"/>
                  </a:cubicBezTo>
                  <a:cubicBezTo>
                    <a:pt x="2540" y="97790"/>
                    <a:pt x="0" y="73660"/>
                    <a:pt x="3810" y="57150"/>
                  </a:cubicBezTo>
                  <a:cubicBezTo>
                    <a:pt x="8890" y="40640"/>
                    <a:pt x="21590" y="21590"/>
                    <a:pt x="35560" y="12700"/>
                  </a:cubicBezTo>
                  <a:cubicBezTo>
                    <a:pt x="50800" y="2540"/>
                    <a:pt x="90170" y="0"/>
                    <a:pt x="90170" y="0"/>
                  </a:cubicBezTo>
                </a:path>
              </a:pathLst>
            </a:custGeom>
            <a:solidFill>
              <a:srgbClr val="94AAB8"/>
            </a:solidFill>
            <a:ln cap="sq">
              <a:noFill/>
              <a:prstDash val="solid"/>
              <a:miter/>
            </a:ln>
          </p:spPr>
        </p:sp>
      </p:grpSp>
      <p:grpSp>
        <p:nvGrpSpPr>
          <p:cNvPr name="Group 15" id="15"/>
          <p:cNvGrpSpPr/>
          <p:nvPr/>
        </p:nvGrpSpPr>
        <p:grpSpPr>
          <a:xfrm rot="0">
            <a:off x="8177134" y="1537653"/>
            <a:ext cx="194310" cy="197167"/>
            <a:chOff x="0" y="0"/>
            <a:chExt cx="259080" cy="262890"/>
          </a:xfrm>
        </p:grpSpPr>
        <p:sp>
          <p:nvSpPr>
            <p:cNvPr name="Freeform 16" id="16"/>
            <p:cNvSpPr/>
            <p:nvPr/>
          </p:nvSpPr>
          <p:spPr>
            <a:xfrm flipH="false" flipV="false" rot="0">
              <a:off x="43180" y="46990"/>
              <a:ext cx="161290" cy="167640"/>
            </a:xfrm>
            <a:custGeom>
              <a:avLst/>
              <a:gdLst/>
              <a:ahLst/>
              <a:cxnLst/>
              <a:rect r="r" b="b" t="t" l="l"/>
              <a:pathLst>
                <a:path h="167640" w="161290">
                  <a:moveTo>
                    <a:pt x="161290" y="58420"/>
                  </a:moveTo>
                  <a:cubicBezTo>
                    <a:pt x="158750" y="116840"/>
                    <a:pt x="133350" y="147320"/>
                    <a:pt x="116840" y="157480"/>
                  </a:cubicBezTo>
                  <a:cubicBezTo>
                    <a:pt x="104140" y="165100"/>
                    <a:pt x="91440" y="167640"/>
                    <a:pt x="77470" y="165100"/>
                  </a:cubicBezTo>
                  <a:cubicBezTo>
                    <a:pt x="58420" y="161290"/>
                    <a:pt x="24130" y="144780"/>
                    <a:pt x="12700" y="125730"/>
                  </a:cubicBezTo>
                  <a:cubicBezTo>
                    <a:pt x="0" y="105410"/>
                    <a:pt x="1270" y="67310"/>
                    <a:pt x="7620" y="48260"/>
                  </a:cubicBezTo>
                  <a:cubicBezTo>
                    <a:pt x="11430" y="34290"/>
                    <a:pt x="20320" y="25400"/>
                    <a:pt x="31750" y="17780"/>
                  </a:cubicBezTo>
                  <a:cubicBezTo>
                    <a:pt x="49530" y="7620"/>
                    <a:pt x="87630" y="0"/>
                    <a:pt x="107950" y="3810"/>
                  </a:cubicBezTo>
                  <a:cubicBezTo>
                    <a:pt x="121920" y="6350"/>
                    <a:pt x="140970" y="24130"/>
                    <a:pt x="140970" y="24130"/>
                  </a:cubicBezTo>
                </a:path>
              </a:pathLst>
            </a:custGeom>
            <a:solidFill>
              <a:srgbClr val="94AAB8"/>
            </a:solidFill>
            <a:ln cap="sq">
              <a:noFill/>
              <a:prstDash val="solid"/>
              <a:miter/>
            </a:ln>
          </p:spPr>
        </p:sp>
      </p:grpSp>
      <p:grpSp>
        <p:nvGrpSpPr>
          <p:cNvPr name="Group 17" id="17"/>
          <p:cNvGrpSpPr/>
          <p:nvPr/>
        </p:nvGrpSpPr>
        <p:grpSpPr>
          <a:xfrm rot="0">
            <a:off x="4039553" y="7854315"/>
            <a:ext cx="4258628" cy="1927860"/>
            <a:chOff x="0" y="0"/>
            <a:chExt cx="5678170" cy="2570480"/>
          </a:xfrm>
        </p:grpSpPr>
        <p:sp>
          <p:nvSpPr>
            <p:cNvPr name="Freeform 18" id="18"/>
            <p:cNvSpPr/>
            <p:nvPr/>
          </p:nvSpPr>
          <p:spPr>
            <a:xfrm flipH="false" flipV="false" rot="0">
              <a:off x="46990" y="50800"/>
              <a:ext cx="5580380" cy="2473960"/>
            </a:xfrm>
            <a:custGeom>
              <a:avLst/>
              <a:gdLst/>
              <a:ahLst/>
              <a:cxnLst/>
              <a:rect r="r" b="b" t="t" l="l"/>
              <a:pathLst>
                <a:path h="2473960" w="5580380">
                  <a:moveTo>
                    <a:pt x="5580380" y="96520"/>
                  </a:moveTo>
                  <a:cubicBezTo>
                    <a:pt x="5561330" y="207010"/>
                    <a:pt x="5543550" y="257810"/>
                    <a:pt x="5525770" y="295910"/>
                  </a:cubicBezTo>
                  <a:cubicBezTo>
                    <a:pt x="5510530" y="331470"/>
                    <a:pt x="5499100" y="359410"/>
                    <a:pt x="5473700" y="394970"/>
                  </a:cubicBezTo>
                  <a:cubicBezTo>
                    <a:pt x="5436870" y="449580"/>
                    <a:pt x="5367020" y="521970"/>
                    <a:pt x="5307330" y="580390"/>
                  </a:cubicBezTo>
                  <a:cubicBezTo>
                    <a:pt x="5245100" y="638810"/>
                    <a:pt x="5179060" y="698500"/>
                    <a:pt x="5110480" y="748030"/>
                  </a:cubicBezTo>
                  <a:cubicBezTo>
                    <a:pt x="5043170" y="796290"/>
                    <a:pt x="4954270" y="834390"/>
                    <a:pt x="4900930" y="873760"/>
                  </a:cubicBezTo>
                  <a:cubicBezTo>
                    <a:pt x="4861560" y="902970"/>
                    <a:pt x="4851400" y="927100"/>
                    <a:pt x="4808220" y="956310"/>
                  </a:cubicBezTo>
                  <a:cubicBezTo>
                    <a:pt x="4728210" y="1010920"/>
                    <a:pt x="4563110" y="1083310"/>
                    <a:pt x="4436110" y="1141730"/>
                  </a:cubicBezTo>
                  <a:cubicBezTo>
                    <a:pt x="4306570" y="1202690"/>
                    <a:pt x="4184650" y="1254760"/>
                    <a:pt x="4036060" y="1315720"/>
                  </a:cubicBezTo>
                  <a:cubicBezTo>
                    <a:pt x="3853180" y="1390650"/>
                    <a:pt x="3582670" y="1503680"/>
                    <a:pt x="3422650" y="1554480"/>
                  </a:cubicBezTo>
                  <a:cubicBezTo>
                    <a:pt x="3323590" y="1586230"/>
                    <a:pt x="3266440" y="1590040"/>
                    <a:pt x="3177540" y="1615440"/>
                  </a:cubicBezTo>
                  <a:cubicBezTo>
                    <a:pt x="3069590" y="1647190"/>
                    <a:pt x="2952750" y="1694180"/>
                    <a:pt x="2819400" y="1733550"/>
                  </a:cubicBezTo>
                  <a:cubicBezTo>
                    <a:pt x="2656840" y="1781810"/>
                    <a:pt x="2487930" y="1816100"/>
                    <a:pt x="2269490" y="1878330"/>
                  </a:cubicBezTo>
                  <a:cubicBezTo>
                    <a:pt x="1943100" y="1969770"/>
                    <a:pt x="1376680" y="2153920"/>
                    <a:pt x="1055370" y="2244090"/>
                  </a:cubicBezTo>
                  <a:cubicBezTo>
                    <a:pt x="844550" y="2303780"/>
                    <a:pt x="662940" y="2355850"/>
                    <a:pt x="529590" y="2382520"/>
                  </a:cubicBezTo>
                  <a:cubicBezTo>
                    <a:pt x="448310" y="2399030"/>
                    <a:pt x="400050" y="2396490"/>
                    <a:pt x="332740" y="2409190"/>
                  </a:cubicBezTo>
                  <a:cubicBezTo>
                    <a:pt x="259080" y="2424430"/>
                    <a:pt x="161290" y="2467610"/>
                    <a:pt x="106680" y="2468880"/>
                  </a:cubicBezTo>
                  <a:cubicBezTo>
                    <a:pt x="74930" y="2468880"/>
                    <a:pt x="48260" y="2465070"/>
                    <a:pt x="30480" y="2449830"/>
                  </a:cubicBezTo>
                  <a:cubicBezTo>
                    <a:pt x="13970" y="2434590"/>
                    <a:pt x="0" y="2399030"/>
                    <a:pt x="3810" y="2377440"/>
                  </a:cubicBezTo>
                  <a:cubicBezTo>
                    <a:pt x="6350" y="2354580"/>
                    <a:pt x="27940" y="2324100"/>
                    <a:pt x="48260" y="2312670"/>
                  </a:cubicBezTo>
                  <a:cubicBezTo>
                    <a:pt x="69850" y="2302510"/>
                    <a:pt x="106680" y="2306320"/>
                    <a:pt x="127000" y="2315210"/>
                  </a:cubicBezTo>
                  <a:cubicBezTo>
                    <a:pt x="143510" y="2322830"/>
                    <a:pt x="156210" y="2339340"/>
                    <a:pt x="162560" y="2354580"/>
                  </a:cubicBezTo>
                  <a:cubicBezTo>
                    <a:pt x="168910" y="2369820"/>
                    <a:pt x="172720" y="2390140"/>
                    <a:pt x="167640" y="2407920"/>
                  </a:cubicBezTo>
                  <a:cubicBezTo>
                    <a:pt x="160020" y="2428240"/>
                    <a:pt x="137160" y="2457450"/>
                    <a:pt x="115570" y="2466340"/>
                  </a:cubicBezTo>
                  <a:cubicBezTo>
                    <a:pt x="93980" y="2473960"/>
                    <a:pt x="55880" y="2466340"/>
                    <a:pt x="38100" y="2456180"/>
                  </a:cubicBezTo>
                  <a:cubicBezTo>
                    <a:pt x="22860" y="2446020"/>
                    <a:pt x="11430" y="2428240"/>
                    <a:pt x="6350" y="2413000"/>
                  </a:cubicBezTo>
                  <a:cubicBezTo>
                    <a:pt x="1270" y="2396490"/>
                    <a:pt x="0" y="2376170"/>
                    <a:pt x="7620" y="2359660"/>
                  </a:cubicBezTo>
                  <a:cubicBezTo>
                    <a:pt x="16510" y="2339340"/>
                    <a:pt x="36830" y="2321560"/>
                    <a:pt x="66040" y="2307590"/>
                  </a:cubicBezTo>
                  <a:cubicBezTo>
                    <a:pt x="116840" y="2279650"/>
                    <a:pt x="234950" y="2263140"/>
                    <a:pt x="309880" y="2249170"/>
                  </a:cubicBezTo>
                  <a:cubicBezTo>
                    <a:pt x="372110" y="2237740"/>
                    <a:pt x="408940" y="2240280"/>
                    <a:pt x="483870" y="2225040"/>
                  </a:cubicBezTo>
                  <a:cubicBezTo>
                    <a:pt x="624840" y="2197100"/>
                    <a:pt x="909320" y="2118360"/>
                    <a:pt x="1093470" y="2063750"/>
                  </a:cubicBezTo>
                  <a:cubicBezTo>
                    <a:pt x="1247140" y="2016760"/>
                    <a:pt x="1336040" y="1977390"/>
                    <a:pt x="1513840" y="1922780"/>
                  </a:cubicBezTo>
                  <a:cubicBezTo>
                    <a:pt x="1819910" y="1830070"/>
                    <a:pt x="2473960" y="1668780"/>
                    <a:pt x="2764790" y="1577340"/>
                  </a:cubicBezTo>
                  <a:cubicBezTo>
                    <a:pt x="2922270" y="1529080"/>
                    <a:pt x="3020060" y="1483360"/>
                    <a:pt x="3126740" y="1451610"/>
                  </a:cubicBezTo>
                  <a:cubicBezTo>
                    <a:pt x="3210560" y="1426210"/>
                    <a:pt x="3261360" y="1422400"/>
                    <a:pt x="3352800" y="1393190"/>
                  </a:cubicBezTo>
                  <a:cubicBezTo>
                    <a:pt x="3506470" y="1343660"/>
                    <a:pt x="3755390" y="1242060"/>
                    <a:pt x="3953510" y="1158240"/>
                  </a:cubicBezTo>
                  <a:cubicBezTo>
                    <a:pt x="4151630" y="1074420"/>
                    <a:pt x="4392930" y="963930"/>
                    <a:pt x="4540250" y="890270"/>
                  </a:cubicBezTo>
                  <a:cubicBezTo>
                    <a:pt x="4631690" y="844550"/>
                    <a:pt x="4682490" y="820420"/>
                    <a:pt x="4758690" y="773430"/>
                  </a:cubicBezTo>
                  <a:cubicBezTo>
                    <a:pt x="4852670" y="715010"/>
                    <a:pt x="4975860" y="623570"/>
                    <a:pt x="5059680" y="560070"/>
                  </a:cubicBezTo>
                  <a:cubicBezTo>
                    <a:pt x="5120640" y="511810"/>
                    <a:pt x="5167630" y="476250"/>
                    <a:pt x="5215890" y="429260"/>
                  </a:cubicBezTo>
                  <a:cubicBezTo>
                    <a:pt x="5264150" y="381000"/>
                    <a:pt x="5317490" y="326390"/>
                    <a:pt x="5349240" y="274320"/>
                  </a:cubicBezTo>
                  <a:cubicBezTo>
                    <a:pt x="5375910" y="232410"/>
                    <a:pt x="5391150" y="187960"/>
                    <a:pt x="5402580" y="148590"/>
                  </a:cubicBezTo>
                  <a:cubicBezTo>
                    <a:pt x="5411470" y="115570"/>
                    <a:pt x="5405120" y="80010"/>
                    <a:pt x="5416550" y="54610"/>
                  </a:cubicBezTo>
                  <a:cubicBezTo>
                    <a:pt x="5425440" y="35560"/>
                    <a:pt x="5441950" y="19050"/>
                    <a:pt x="5455920" y="10160"/>
                  </a:cubicBezTo>
                  <a:cubicBezTo>
                    <a:pt x="5468620" y="2540"/>
                    <a:pt x="5481320" y="0"/>
                    <a:pt x="5495290" y="0"/>
                  </a:cubicBezTo>
                  <a:cubicBezTo>
                    <a:pt x="5513070" y="1270"/>
                    <a:pt x="5538470" y="11430"/>
                    <a:pt x="5552440" y="21590"/>
                  </a:cubicBezTo>
                  <a:cubicBezTo>
                    <a:pt x="5563870" y="30480"/>
                    <a:pt x="5570220" y="43180"/>
                    <a:pt x="5575300" y="55880"/>
                  </a:cubicBezTo>
                  <a:cubicBezTo>
                    <a:pt x="5580380" y="67310"/>
                    <a:pt x="5580380" y="96520"/>
                    <a:pt x="5580380" y="96520"/>
                  </a:cubicBezTo>
                </a:path>
              </a:pathLst>
            </a:custGeom>
            <a:solidFill>
              <a:srgbClr val="94AAB8"/>
            </a:solidFill>
            <a:ln cap="sq">
              <a:noFill/>
              <a:prstDash val="solid"/>
              <a:miter/>
            </a:ln>
          </p:spPr>
        </p:sp>
      </p:grpSp>
      <p:grpSp>
        <p:nvGrpSpPr>
          <p:cNvPr name="Group 19" id="19"/>
          <p:cNvGrpSpPr/>
          <p:nvPr/>
        </p:nvGrpSpPr>
        <p:grpSpPr>
          <a:xfrm rot="0">
            <a:off x="3779520" y="9743122"/>
            <a:ext cx="194310" cy="192405"/>
            <a:chOff x="0" y="0"/>
            <a:chExt cx="259080" cy="256540"/>
          </a:xfrm>
        </p:grpSpPr>
        <p:sp>
          <p:nvSpPr>
            <p:cNvPr name="Freeform 20" id="20"/>
            <p:cNvSpPr/>
            <p:nvPr/>
          </p:nvSpPr>
          <p:spPr>
            <a:xfrm flipH="false" flipV="false" rot="0">
              <a:off x="44450" y="46990"/>
              <a:ext cx="160020" cy="166370"/>
            </a:xfrm>
            <a:custGeom>
              <a:avLst/>
              <a:gdLst/>
              <a:ahLst/>
              <a:cxnLst/>
              <a:rect r="r" b="b" t="t" l="l"/>
              <a:pathLst>
                <a:path h="166370" w="160020">
                  <a:moveTo>
                    <a:pt x="160020" y="58420"/>
                  </a:moveTo>
                  <a:cubicBezTo>
                    <a:pt x="156210" y="116840"/>
                    <a:pt x="135890" y="148590"/>
                    <a:pt x="115570" y="157480"/>
                  </a:cubicBezTo>
                  <a:cubicBezTo>
                    <a:pt x="93980" y="166370"/>
                    <a:pt x="57150" y="161290"/>
                    <a:pt x="38100" y="153670"/>
                  </a:cubicBezTo>
                  <a:cubicBezTo>
                    <a:pt x="25400" y="147320"/>
                    <a:pt x="16510" y="138430"/>
                    <a:pt x="10160" y="125730"/>
                  </a:cubicBezTo>
                  <a:cubicBezTo>
                    <a:pt x="2540" y="106680"/>
                    <a:pt x="0" y="67310"/>
                    <a:pt x="6350" y="48260"/>
                  </a:cubicBezTo>
                  <a:cubicBezTo>
                    <a:pt x="10160" y="34290"/>
                    <a:pt x="17780" y="25400"/>
                    <a:pt x="30480" y="17780"/>
                  </a:cubicBezTo>
                  <a:cubicBezTo>
                    <a:pt x="46990" y="7620"/>
                    <a:pt x="86360" y="0"/>
                    <a:pt x="105410" y="3810"/>
                  </a:cubicBezTo>
                  <a:cubicBezTo>
                    <a:pt x="119380" y="6350"/>
                    <a:pt x="139700" y="24130"/>
                    <a:pt x="139700" y="24130"/>
                  </a:cubicBezTo>
                </a:path>
              </a:pathLst>
            </a:custGeom>
            <a:solidFill>
              <a:srgbClr val="94AAB8"/>
            </a:solidFill>
            <a:ln cap="sq">
              <a:noFill/>
              <a:prstDash val="solid"/>
              <a:miter/>
            </a:ln>
          </p:spPr>
        </p:sp>
      </p:grpSp>
      <p:grpSp>
        <p:nvGrpSpPr>
          <p:cNvPr name="Group 21" id="21"/>
          <p:cNvGrpSpPr/>
          <p:nvPr/>
        </p:nvGrpSpPr>
        <p:grpSpPr>
          <a:xfrm rot="0">
            <a:off x="462915" y="5180647"/>
            <a:ext cx="1158240" cy="1030605"/>
            <a:chOff x="0" y="0"/>
            <a:chExt cx="1544320" cy="1374140"/>
          </a:xfrm>
        </p:grpSpPr>
        <p:sp>
          <p:nvSpPr>
            <p:cNvPr name="Freeform 22" id="22"/>
            <p:cNvSpPr/>
            <p:nvPr/>
          </p:nvSpPr>
          <p:spPr>
            <a:xfrm flipH="false" flipV="false" rot="0">
              <a:off x="48260" y="31750"/>
              <a:ext cx="1446530" cy="1291590"/>
            </a:xfrm>
            <a:custGeom>
              <a:avLst/>
              <a:gdLst/>
              <a:ahLst/>
              <a:cxnLst/>
              <a:rect r="r" b="b" t="t" l="l"/>
              <a:pathLst>
                <a:path h="1291590" w="1446530">
                  <a:moveTo>
                    <a:pt x="1360170" y="189230"/>
                  </a:moveTo>
                  <a:cubicBezTo>
                    <a:pt x="908050" y="203200"/>
                    <a:pt x="891540" y="218440"/>
                    <a:pt x="853440" y="246380"/>
                  </a:cubicBezTo>
                  <a:cubicBezTo>
                    <a:pt x="789940" y="290830"/>
                    <a:pt x="697230" y="393700"/>
                    <a:pt x="629920" y="450850"/>
                  </a:cubicBezTo>
                  <a:cubicBezTo>
                    <a:pt x="575310" y="496570"/>
                    <a:pt x="528320" y="525780"/>
                    <a:pt x="480060" y="566420"/>
                  </a:cubicBezTo>
                  <a:cubicBezTo>
                    <a:pt x="431800" y="608330"/>
                    <a:pt x="375920" y="659130"/>
                    <a:pt x="340360" y="699770"/>
                  </a:cubicBezTo>
                  <a:cubicBezTo>
                    <a:pt x="313690" y="730250"/>
                    <a:pt x="297180" y="753110"/>
                    <a:pt x="279400" y="783590"/>
                  </a:cubicBezTo>
                  <a:cubicBezTo>
                    <a:pt x="260350" y="812800"/>
                    <a:pt x="241300" y="847090"/>
                    <a:pt x="229870" y="880110"/>
                  </a:cubicBezTo>
                  <a:cubicBezTo>
                    <a:pt x="219710" y="908050"/>
                    <a:pt x="215900" y="930910"/>
                    <a:pt x="212090" y="966470"/>
                  </a:cubicBezTo>
                  <a:cubicBezTo>
                    <a:pt x="205740" y="1018540"/>
                    <a:pt x="223520" y="1107440"/>
                    <a:pt x="210820" y="1162050"/>
                  </a:cubicBezTo>
                  <a:cubicBezTo>
                    <a:pt x="199390" y="1205230"/>
                    <a:pt x="177800" y="1250950"/>
                    <a:pt x="153670" y="1272540"/>
                  </a:cubicBezTo>
                  <a:cubicBezTo>
                    <a:pt x="137160" y="1286510"/>
                    <a:pt x="115570" y="1291590"/>
                    <a:pt x="96520" y="1291590"/>
                  </a:cubicBezTo>
                  <a:cubicBezTo>
                    <a:pt x="77470" y="1291590"/>
                    <a:pt x="53340" y="1280160"/>
                    <a:pt x="39370" y="1271270"/>
                  </a:cubicBezTo>
                  <a:cubicBezTo>
                    <a:pt x="29210" y="1264920"/>
                    <a:pt x="24130" y="1259840"/>
                    <a:pt x="17780" y="1249680"/>
                  </a:cubicBezTo>
                  <a:cubicBezTo>
                    <a:pt x="10160" y="1235710"/>
                    <a:pt x="1270" y="1210310"/>
                    <a:pt x="2540" y="1191260"/>
                  </a:cubicBezTo>
                  <a:cubicBezTo>
                    <a:pt x="3810" y="1172210"/>
                    <a:pt x="12700" y="1149350"/>
                    <a:pt x="25400" y="1135380"/>
                  </a:cubicBezTo>
                  <a:cubicBezTo>
                    <a:pt x="36830" y="1120140"/>
                    <a:pt x="58420" y="1108710"/>
                    <a:pt x="76200" y="1103630"/>
                  </a:cubicBezTo>
                  <a:cubicBezTo>
                    <a:pt x="95250" y="1099820"/>
                    <a:pt x="119380" y="1102360"/>
                    <a:pt x="137160" y="1111250"/>
                  </a:cubicBezTo>
                  <a:cubicBezTo>
                    <a:pt x="153670" y="1118870"/>
                    <a:pt x="171450" y="1139190"/>
                    <a:pt x="180340" y="1151890"/>
                  </a:cubicBezTo>
                  <a:cubicBezTo>
                    <a:pt x="186690" y="1162050"/>
                    <a:pt x="189230" y="1169670"/>
                    <a:pt x="190500" y="1181100"/>
                  </a:cubicBezTo>
                  <a:cubicBezTo>
                    <a:pt x="191770" y="1197610"/>
                    <a:pt x="189230" y="1224280"/>
                    <a:pt x="180340" y="1240790"/>
                  </a:cubicBezTo>
                  <a:cubicBezTo>
                    <a:pt x="171450" y="1257300"/>
                    <a:pt x="149860" y="1275080"/>
                    <a:pt x="135890" y="1282700"/>
                  </a:cubicBezTo>
                  <a:cubicBezTo>
                    <a:pt x="125730" y="1287780"/>
                    <a:pt x="118110" y="1290320"/>
                    <a:pt x="106680" y="1290320"/>
                  </a:cubicBezTo>
                  <a:cubicBezTo>
                    <a:pt x="90170" y="1291590"/>
                    <a:pt x="63500" y="1287780"/>
                    <a:pt x="48260" y="1277620"/>
                  </a:cubicBezTo>
                  <a:cubicBezTo>
                    <a:pt x="31750" y="1267460"/>
                    <a:pt x="15240" y="1249680"/>
                    <a:pt x="8890" y="1231900"/>
                  </a:cubicBezTo>
                  <a:cubicBezTo>
                    <a:pt x="1270" y="1214120"/>
                    <a:pt x="0" y="1188720"/>
                    <a:pt x="5080" y="1170940"/>
                  </a:cubicBezTo>
                  <a:cubicBezTo>
                    <a:pt x="11430" y="1153160"/>
                    <a:pt x="38100" y="1120140"/>
                    <a:pt x="39370" y="1121410"/>
                  </a:cubicBezTo>
                  <a:cubicBezTo>
                    <a:pt x="40640" y="1121410"/>
                    <a:pt x="25400" y="1163320"/>
                    <a:pt x="21590" y="1162050"/>
                  </a:cubicBezTo>
                  <a:cubicBezTo>
                    <a:pt x="12700" y="1160780"/>
                    <a:pt x="17780" y="1013460"/>
                    <a:pt x="24130" y="960120"/>
                  </a:cubicBezTo>
                  <a:cubicBezTo>
                    <a:pt x="29210" y="924560"/>
                    <a:pt x="35560" y="901700"/>
                    <a:pt x="45720" y="871220"/>
                  </a:cubicBezTo>
                  <a:cubicBezTo>
                    <a:pt x="57150" y="838200"/>
                    <a:pt x="71120" y="802640"/>
                    <a:pt x="88900" y="767080"/>
                  </a:cubicBezTo>
                  <a:cubicBezTo>
                    <a:pt x="107950" y="727710"/>
                    <a:pt x="132080" y="688340"/>
                    <a:pt x="161290" y="646430"/>
                  </a:cubicBezTo>
                  <a:cubicBezTo>
                    <a:pt x="198120" y="595630"/>
                    <a:pt x="242570" y="535940"/>
                    <a:pt x="297180" y="483870"/>
                  </a:cubicBezTo>
                  <a:cubicBezTo>
                    <a:pt x="359410" y="424180"/>
                    <a:pt x="452120" y="374650"/>
                    <a:pt x="524510" y="313690"/>
                  </a:cubicBezTo>
                  <a:cubicBezTo>
                    <a:pt x="598170" y="251460"/>
                    <a:pt x="674370" y="160020"/>
                    <a:pt x="735330" y="115570"/>
                  </a:cubicBezTo>
                  <a:cubicBezTo>
                    <a:pt x="774700" y="86360"/>
                    <a:pt x="805180" y="71120"/>
                    <a:pt x="843280" y="54610"/>
                  </a:cubicBezTo>
                  <a:cubicBezTo>
                    <a:pt x="878840" y="39370"/>
                    <a:pt x="904240" y="26670"/>
                    <a:pt x="955040" y="19050"/>
                  </a:cubicBezTo>
                  <a:cubicBezTo>
                    <a:pt x="1054100" y="5080"/>
                    <a:pt x="1333500" y="0"/>
                    <a:pt x="1399540" y="30480"/>
                  </a:cubicBezTo>
                  <a:cubicBezTo>
                    <a:pt x="1423670" y="41910"/>
                    <a:pt x="1432560" y="59690"/>
                    <a:pt x="1438910" y="74930"/>
                  </a:cubicBezTo>
                  <a:cubicBezTo>
                    <a:pt x="1445260" y="87630"/>
                    <a:pt x="1446530" y="101600"/>
                    <a:pt x="1443990" y="115570"/>
                  </a:cubicBezTo>
                  <a:cubicBezTo>
                    <a:pt x="1441450" y="132080"/>
                    <a:pt x="1430020" y="156210"/>
                    <a:pt x="1416050" y="168910"/>
                  </a:cubicBezTo>
                  <a:cubicBezTo>
                    <a:pt x="1402080" y="180340"/>
                    <a:pt x="1360170" y="189230"/>
                    <a:pt x="1360170" y="189230"/>
                  </a:cubicBezTo>
                </a:path>
              </a:pathLst>
            </a:custGeom>
            <a:solidFill>
              <a:srgbClr val="94AAB8"/>
            </a:solidFill>
            <a:ln cap="sq">
              <a:noFill/>
              <a:prstDash val="solid"/>
              <a:miter/>
            </a:ln>
          </p:spPr>
        </p:sp>
      </p:grpSp>
      <p:grpSp>
        <p:nvGrpSpPr>
          <p:cNvPr name="Group 23" id="23"/>
          <p:cNvGrpSpPr/>
          <p:nvPr/>
        </p:nvGrpSpPr>
        <p:grpSpPr>
          <a:xfrm rot="0">
            <a:off x="420053" y="6246495"/>
            <a:ext cx="194310" cy="194310"/>
            <a:chOff x="0" y="0"/>
            <a:chExt cx="259080" cy="259080"/>
          </a:xfrm>
        </p:grpSpPr>
        <p:sp>
          <p:nvSpPr>
            <p:cNvPr name="Freeform 24" id="24"/>
            <p:cNvSpPr/>
            <p:nvPr/>
          </p:nvSpPr>
          <p:spPr>
            <a:xfrm flipH="false" flipV="false" rot="0">
              <a:off x="44450" y="50800"/>
              <a:ext cx="160020" cy="166370"/>
            </a:xfrm>
            <a:custGeom>
              <a:avLst/>
              <a:gdLst/>
              <a:ahLst/>
              <a:cxnLst/>
              <a:rect r="r" b="b" t="t" l="l"/>
              <a:pathLst>
                <a:path h="166370" w="160020">
                  <a:moveTo>
                    <a:pt x="160020" y="57150"/>
                  </a:moveTo>
                  <a:cubicBezTo>
                    <a:pt x="156210" y="115570"/>
                    <a:pt x="135890" y="147320"/>
                    <a:pt x="115570" y="157480"/>
                  </a:cubicBezTo>
                  <a:cubicBezTo>
                    <a:pt x="93980" y="166370"/>
                    <a:pt x="57150" y="160020"/>
                    <a:pt x="38100" y="152400"/>
                  </a:cubicBezTo>
                  <a:cubicBezTo>
                    <a:pt x="25400" y="146050"/>
                    <a:pt x="16510" y="137160"/>
                    <a:pt x="10160" y="124460"/>
                  </a:cubicBezTo>
                  <a:cubicBezTo>
                    <a:pt x="2540" y="106680"/>
                    <a:pt x="0" y="67310"/>
                    <a:pt x="6350" y="48260"/>
                  </a:cubicBezTo>
                  <a:cubicBezTo>
                    <a:pt x="10160" y="34290"/>
                    <a:pt x="20320" y="24130"/>
                    <a:pt x="30480" y="16510"/>
                  </a:cubicBezTo>
                  <a:cubicBezTo>
                    <a:pt x="40640" y="8890"/>
                    <a:pt x="52070" y="1270"/>
                    <a:pt x="66040" y="0"/>
                  </a:cubicBezTo>
                  <a:cubicBezTo>
                    <a:pt x="86360" y="0"/>
                    <a:pt x="139700" y="22860"/>
                    <a:pt x="139700" y="22860"/>
                  </a:cubicBezTo>
                </a:path>
              </a:pathLst>
            </a:custGeom>
            <a:solidFill>
              <a:srgbClr val="94AAB8"/>
            </a:solidFill>
            <a:ln cap="sq">
              <a:noFill/>
              <a:prstDash val="solid"/>
              <a:miter/>
            </a:ln>
          </p:spPr>
        </p:sp>
      </p:grpSp>
      <p:sp>
        <p:nvSpPr>
          <p:cNvPr name="TextBox 25" id="25"/>
          <p:cNvSpPr txBox="true"/>
          <p:nvPr/>
        </p:nvSpPr>
        <p:spPr>
          <a:xfrm rot="0">
            <a:off x="1385844" y="2355533"/>
            <a:ext cx="5957349" cy="10763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Kumenya ibihuhaku ndwara ya SIDA</a:t>
            </a:r>
          </a:p>
        </p:txBody>
      </p:sp>
      <p:sp>
        <p:nvSpPr>
          <p:cNvPr name="TextBox 26" id="26"/>
          <p:cNvSpPr txBox="true"/>
          <p:nvPr/>
        </p:nvSpPr>
        <p:spPr>
          <a:xfrm rot="0">
            <a:off x="1074967" y="6909142"/>
            <a:ext cx="5803660" cy="1076325"/>
          </a:xfrm>
          <a:prstGeom prst="rect">
            <a:avLst/>
          </a:prstGeom>
        </p:spPr>
        <p:txBody>
          <a:bodyPr anchor="t" rtlCol="false" tIns="0" lIns="0" bIns="0" rIns="0">
            <a:spAutoFit/>
          </a:bodyPr>
          <a:lstStyle/>
          <a:p>
            <a:pPr algn="ctr">
              <a:lnSpc>
                <a:spcPts val="4200"/>
              </a:lnSpc>
            </a:pPr>
            <a:r>
              <a:rPr lang="en-US" sz="3000">
                <a:solidFill>
                  <a:srgbClr val="3B365F"/>
                </a:solidFill>
                <a:latin typeface="Coco Gothic"/>
                <a:ea typeface="Coco Gothic"/>
                <a:cs typeface="Coco Gothic"/>
                <a:sym typeface="Coco Gothic"/>
              </a:rPr>
              <a:t>Gusobanura ibihuhaku ndwara ya SIDA</a:t>
            </a:r>
          </a:p>
        </p:txBody>
      </p:sp>
      <p:sp>
        <p:nvSpPr>
          <p:cNvPr name="TextBox 27" id="27"/>
          <p:cNvSpPr txBox="true"/>
          <p:nvPr/>
        </p:nvSpPr>
        <p:spPr>
          <a:xfrm rot="0">
            <a:off x="1385844" y="1465580"/>
            <a:ext cx="5957349"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Ubumenyi</a:t>
            </a:r>
          </a:p>
        </p:txBody>
      </p:sp>
      <p:sp>
        <p:nvSpPr>
          <p:cNvPr name="TextBox 28" id="28"/>
          <p:cNvSpPr txBox="true"/>
          <p:nvPr/>
        </p:nvSpPr>
        <p:spPr>
          <a:xfrm rot="0">
            <a:off x="1345377" y="6154103"/>
            <a:ext cx="5262840" cy="481330"/>
          </a:xfrm>
          <a:prstGeom prst="rect">
            <a:avLst/>
          </a:prstGeom>
        </p:spPr>
        <p:txBody>
          <a:bodyPr anchor="t" rtlCol="false" tIns="0" lIns="0" bIns="0" rIns="0">
            <a:spAutoFit/>
          </a:bodyPr>
          <a:lstStyle/>
          <a:p>
            <a:pPr algn="ctr">
              <a:lnSpc>
                <a:spcPts val="3919"/>
              </a:lnSpc>
            </a:pPr>
            <a:r>
              <a:rPr lang="en-US" sz="2799">
                <a:solidFill>
                  <a:srgbClr val="3B365F"/>
                </a:solidFill>
                <a:latin typeface="TAN Headline"/>
                <a:ea typeface="TAN Headline"/>
                <a:cs typeface="TAN Headline"/>
                <a:sym typeface="TAN Headline"/>
              </a:rPr>
              <a:t>Ubumenyi ngiro</a:t>
            </a:r>
          </a:p>
        </p:txBody>
      </p:sp>
      <p:sp>
        <p:nvSpPr>
          <p:cNvPr name="TextBox 29" id="29"/>
          <p:cNvSpPr txBox="true"/>
          <p:nvPr/>
        </p:nvSpPr>
        <p:spPr>
          <a:xfrm rot="0">
            <a:off x="9774810" y="388303"/>
            <a:ext cx="7942834" cy="2273300"/>
          </a:xfrm>
          <a:prstGeom prst="rect">
            <a:avLst/>
          </a:prstGeom>
        </p:spPr>
        <p:txBody>
          <a:bodyPr anchor="t" rtlCol="false" tIns="0" lIns="0" bIns="0" rIns="0">
            <a:spAutoFit/>
          </a:bodyPr>
          <a:lstStyle/>
          <a:p>
            <a:pPr algn="r">
              <a:lnSpc>
                <a:spcPts val="9100"/>
              </a:lnSpc>
            </a:pPr>
            <a:r>
              <a:rPr lang="en-US" sz="6500">
                <a:solidFill>
                  <a:srgbClr val="3B365F"/>
                </a:solidFill>
                <a:latin typeface="TAN Headline"/>
                <a:ea typeface="TAN Headline"/>
                <a:cs typeface="TAN Headline"/>
                <a:sym typeface="TAN Headline"/>
              </a:rPr>
              <a:t>UBUSHOBOZI FATIZO</a:t>
            </a:r>
          </a:p>
        </p:txBody>
      </p:sp>
      <p:sp>
        <p:nvSpPr>
          <p:cNvPr name="TextBox 30" id="30"/>
          <p:cNvSpPr txBox="true"/>
          <p:nvPr/>
        </p:nvSpPr>
        <p:spPr>
          <a:xfrm rot="0">
            <a:off x="10034701" y="3366453"/>
            <a:ext cx="5803660" cy="1609725"/>
          </a:xfrm>
          <a:prstGeom prst="rect">
            <a:avLst/>
          </a:prstGeom>
        </p:spPr>
        <p:txBody>
          <a:bodyPr anchor="t" rtlCol="false" tIns="0" lIns="0" bIns="0" rIns="0">
            <a:spAutoFit/>
          </a:bodyPr>
          <a:lstStyle/>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•Kuba intyoza mu byavuga</a:t>
            </a:r>
          </a:p>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•Kubaha abatoza</a:t>
            </a:r>
          </a:p>
          <a:p>
            <a:pPr algn="l" marL="647700" indent="-323850" lvl="1">
              <a:lnSpc>
                <a:spcPts val="4200"/>
              </a:lnSpc>
              <a:buFont typeface="Arial"/>
              <a:buChar char="•"/>
            </a:pPr>
            <a:r>
              <a:rPr lang="en-US" sz="3000">
                <a:solidFill>
                  <a:srgbClr val="3B365F"/>
                </a:solidFill>
                <a:latin typeface="Coco Gothic"/>
                <a:ea typeface="Coco Gothic"/>
                <a:cs typeface="Coco Gothic"/>
                <a:sym typeface="Coco Gothic"/>
              </a:rPr>
              <a:t>Kudahutaza abatoza</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true" flipV="false" rot="-10476616">
            <a:off x="9612329" y="1318551"/>
            <a:ext cx="9357636" cy="5873585"/>
          </a:xfrm>
          <a:custGeom>
            <a:avLst/>
            <a:gdLst/>
            <a:ahLst/>
            <a:cxnLst/>
            <a:rect r="r" b="b" t="t" l="l"/>
            <a:pathLst>
              <a:path h="5873585" w="9357636">
                <a:moveTo>
                  <a:pt x="9357637" y="0"/>
                </a:moveTo>
                <a:lnTo>
                  <a:pt x="0" y="0"/>
                </a:lnTo>
                <a:lnTo>
                  <a:pt x="0" y="5873585"/>
                </a:lnTo>
                <a:lnTo>
                  <a:pt x="9357637" y="5873585"/>
                </a:lnTo>
                <a:lnTo>
                  <a:pt x="9357637"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false" rot="-441338">
            <a:off x="-887952" y="2893425"/>
            <a:ext cx="7899025" cy="4958046"/>
          </a:xfrm>
          <a:custGeom>
            <a:avLst/>
            <a:gdLst/>
            <a:ahLst/>
            <a:cxnLst/>
            <a:rect r="r" b="b" t="t" l="l"/>
            <a:pathLst>
              <a:path h="4958046" w="7899025">
                <a:moveTo>
                  <a:pt x="7899025" y="0"/>
                </a:moveTo>
                <a:lnTo>
                  <a:pt x="0" y="0"/>
                </a:lnTo>
                <a:lnTo>
                  <a:pt x="0" y="4958046"/>
                </a:lnTo>
                <a:lnTo>
                  <a:pt x="7899025" y="4958046"/>
                </a:lnTo>
                <a:lnTo>
                  <a:pt x="7899025"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false" rot="-591004">
            <a:off x="12640107" y="-3454017"/>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false" flipV="false" rot="0">
            <a:off x="787050" y="530573"/>
            <a:ext cx="6816687" cy="4114800"/>
          </a:xfrm>
          <a:custGeom>
            <a:avLst/>
            <a:gdLst/>
            <a:ahLst/>
            <a:cxnLst/>
            <a:rect r="r" b="b" t="t" l="l"/>
            <a:pathLst>
              <a:path h="4114800" w="6816687">
                <a:moveTo>
                  <a:pt x="0" y="0"/>
                </a:moveTo>
                <a:lnTo>
                  <a:pt x="6816686" y="0"/>
                </a:lnTo>
                <a:lnTo>
                  <a:pt x="6816686" y="4114800"/>
                </a:lnTo>
                <a:lnTo>
                  <a:pt x="0" y="4114800"/>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Freeform 6" id="6"/>
          <p:cNvSpPr/>
          <p:nvPr/>
        </p:nvSpPr>
        <p:spPr>
          <a:xfrm flipH="false" flipV="false" rot="-1260975">
            <a:off x="1249421" y="7874428"/>
            <a:ext cx="1855794" cy="2335668"/>
          </a:xfrm>
          <a:custGeom>
            <a:avLst/>
            <a:gdLst/>
            <a:ahLst/>
            <a:cxnLst/>
            <a:rect r="r" b="b" t="t" l="l"/>
            <a:pathLst>
              <a:path h="2335668" w="1855794">
                <a:moveTo>
                  <a:pt x="0" y="0"/>
                </a:moveTo>
                <a:lnTo>
                  <a:pt x="1855794" y="0"/>
                </a:lnTo>
                <a:lnTo>
                  <a:pt x="1855794" y="2335668"/>
                </a:lnTo>
                <a:lnTo>
                  <a:pt x="0" y="2335668"/>
                </a:lnTo>
                <a:lnTo>
                  <a:pt x="0"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7" id="7"/>
          <p:cNvSpPr txBox="true"/>
          <p:nvPr/>
        </p:nvSpPr>
        <p:spPr>
          <a:xfrm rot="0">
            <a:off x="585677" y="4672763"/>
            <a:ext cx="6547948" cy="1755775"/>
          </a:xfrm>
          <a:prstGeom prst="rect">
            <a:avLst/>
          </a:prstGeom>
        </p:spPr>
        <p:txBody>
          <a:bodyPr anchor="t" rtlCol="false" tIns="0" lIns="0" bIns="0" rIns="0">
            <a:spAutoFit/>
          </a:bodyPr>
          <a:lstStyle/>
          <a:p>
            <a:pPr algn="l">
              <a:lnSpc>
                <a:spcPts val="3499"/>
              </a:lnSpc>
            </a:pPr>
            <a:r>
              <a:rPr lang="en-US" sz="2499">
                <a:solidFill>
                  <a:srgbClr val="3B365F"/>
                </a:solidFill>
                <a:latin typeface="Coco Gothic"/>
                <a:ea typeface="Coco Gothic"/>
                <a:cs typeface="Coco Gothic"/>
                <a:sym typeface="Coco Gothic"/>
              </a:rPr>
              <a:t>Virusi itera SIDA: ni virusi yororokera mu mubiri w’umuntu maze igaca intege ubwirinzi bw’umubiri, mu gihe umuntu adafata imiti.</a:t>
            </a:r>
          </a:p>
        </p:txBody>
      </p:sp>
      <p:sp>
        <p:nvSpPr>
          <p:cNvPr name="TextBox 8" id="8"/>
          <p:cNvSpPr txBox="true"/>
          <p:nvPr/>
        </p:nvSpPr>
        <p:spPr>
          <a:xfrm rot="0">
            <a:off x="10272294" y="2749898"/>
            <a:ext cx="7388951" cy="2193925"/>
          </a:xfrm>
          <a:prstGeom prst="rect">
            <a:avLst/>
          </a:prstGeom>
        </p:spPr>
        <p:txBody>
          <a:bodyPr anchor="t" rtlCol="false" tIns="0" lIns="0" bIns="0" rIns="0">
            <a:spAutoFit/>
          </a:bodyPr>
          <a:lstStyle/>
          <a:p>
            <a:pPr algn="r">
              <a:lnSpc>
                <a:spcPts val="3499"/>
              </a:lnSpc>
            </a:pPr>
            <a:r>
              <a:rPr lang="en-US" sz="2499">
                <a:solidFill>
                  <a:srgbClr val="3B365F"/>
                </a:solidFill>
                <a:latin typeface="Coco Gothic"/>
                <a:ea typeface="Coco Gothic"/>
                <a:cs typeface="Coco Gothic"/>
                <a:sym typeface="Coco Gothic"/>
              </a:rPr>
              <a:t>SIDA: ni uruhurirane rw’ibimenyetso by’indwara zinyuranye zifata umuntu bitewe n’uko ubwirinzi cyangwa ubudahangarwa kamere bw’umubiri we butagifite ubushobozi bwo kumurinda kuko buba bwashegeshwe na Virusi itera SIDA.</a:t>
            </a:r>
          </a:p>
        </p:txBody>
      </p:sp>
      <p:sp>
        <p:nvSpPr>
          <p:cNvPr name="TextBox 9" id="9"/>
          <p:cNvSpPr txBox="true"/>
          <p:nvPr/>
        </p:nvSpPr>
        <p:spPr>
          <a:xfrm rot="0">
            <a:off x="8198813" y="463898"/>
            <a:ext cx="8330288" cy="1374775"/>
          </a:xfrm>
          <a:prstGeom prst="rect">
            <a:avLst/>
          </a:prstGeom>
        </p:spPr>
        <p:txBody>
          <a:bodyPr anchor="t" rtlCol="false" tIns="0" lIns="0" bIns="0" rIns="0">
            <a:spAutoFit/>
          </a:bodyPr>
          <a:lstStyle/>
          <a:p>
            <a:pPr algn="r">
              <a:lnSpc>
                <a:spcPts val="5599"/>
              </a:lnSpc>
            </a:pPr>
            <a:r>
              <a:rPr lang="en-US" sz="3999">
                <a:solidFill>
                  <a:srgbClr val="3B365F"/>
                </a:solidFill>
                <a:latin typeface="TAN Headline"/>
                <a:ea typeface="TAN Headline"/>
                <a:cs typeface="TAN Headline"/>
                <a:sym typeface="TAN Headline"/>
              </a:rPr>
              <a:t>Kugira ubumenyi kuri virusi itera SIDA, SIDA ubwayo</a:t>
            </a:r>
          </a:p>
        </p:txBody>
      </p:sp>
      <p:sp>
        <p:nvSpPr>
          <p:cNvPr name="TextBox 10" id="10"/>
          <p:cNvSpPr txBox="true"/>
          <p:nvPr/>
        </p:nvSpPr>
        <p:spPr>
          <a:xfrm rot="0">
            <a:off x="4486264" y="7243719"/>
            <a:ext cx="13583978" cy="2632075"/>
          </a:xfrm>
          <a:prstGeom prst="rect">
            <a:avLst/>
          </a:prstGeom>
        </p:spPr>
        <p:txBody>
          <a:bodyPr anchor="t" rtlCol="false" tIns="0" lIns="0" bIns="0" rIns="0">
            <a:spAutoFit/>
          </a:bodyPr>
          <a:lstStyle/>
          <a:p>
            <a:pPr algn="just">
              <a:lnSpc>
                <a:spcPts val="3499"/>
              </a:lnSpc>
            </a:pPr>
            <a:r>
              <a:rPr lang="en-US" sz="2499">
                <a:solidFill>
                  <a:srgbClr val="3B365F"/>
                </a:solidFill>
                <a:latin typeface="Coco Gothic"/>
                <a:ea typeface="Coco Gothic"/>
                <a:cs typeface="Coco Gothic"/>
                <a:sym typeface="Coco Gothic"/>
              </a:rPr>
              <a:t>Umuntu ufite virusi itera SIDA ni umuntu ufite iyo virusiariko atagaragaza ibimenyetso</a:t>
            </a:r>
          </a:p>
          <a:p>
            <a:pPr algn="just">
              <a:lnSpc>
                <a:spcPts val="3499"/>
              </a:lnSpc>
            </a:pPr>
            <a:r>
              <a:rPr lang="en-US" sz="2499">
                <a:solidFill>
                  <a:srgbClr val="3B365F"/>
                </a:solidFill>
                <a:latin typeface="Coco Gothic"/>
                <a:ea typeface="Coco Gothic"/>
                <a:cs typeface="Coco Gothic"/>
                <a:sym typeface="Coco Gothic"/>
              </a:rPr>
              <a:t>by›indwara z›ibyuririzi</a:t>
            </a:r>
          </a:p>
          <a:p>
            <a:pPr algn="just">
              <a:lnSpc>
                <a:spcPts val="3499"/>
              </a:lnSpc>
            </a:pPr>
            <a:r>
              <a:rPr lang="en-US" sz="2499">
                <a:solidFill>
                  <a:srgbClr val="3B365F"/>
                </a:solidFill>
                <a:latin typeface="Coco Gothic"/>
                <a:ea typeface="Coco Gothic"/>
                <a:cs typeface="Coco Gothic"/>
                <a:sym typeface="Coco Gothic"/>
              </a:rPr>
              <a:t>»   Nubwo aba atagaragaza ibimenyetso ariko ashobora kwanduzaabandi. Niyo mpamvu kugira ngo umuntu amenyeko yanduye virusiitera SIDA agombakwipimisha virusi itera</a:t>
            </a:r>
          </a:p>
          <a:p>
            <a:pPr algn="just">
              <a:lnSpc>
                <a:spcPts val="3499"/>
              </a:lnSpc>
            </a:pPr>
            <a:r>
              <a:rPr lang="en-US" sz="2499">
                <a:solidFill>
                  <a:srgbClr val="3B365F"/>
                </a:solidFill>
                <a:latin typeface="Coco Gothic"/>
                <a:ea typeface="Coco Gothic"/>
                <a:cs typeface="Coco Gothic"/>
                <a:sym typeface="Coco Gothic"/>
              </a:rPr>
              <a:t>SIDA kuko ntawushobora kuyipimisha ijisho.</a:t>
            </a:r>
          </a:p>
          <a:p>
            <a:pPr algn="just">
              <a:lnSpc>
                <a:spcPts val="3499"/>
              </a:lnSpc>
            </a:pPr>
            <a:r>
              <a:rPr lang="en-US" sz="2499">
                <a:solidFill>
                  <a:srgbClr val="3B365F"/>
                </a:solidFill>
                <a:latin typeface="Coco Gothic"/>
                <a:ea typeface="Coco Gothic"/>
                <a:cs typeface="Coco Gothic"/>
                <a:sym typeface="Coco Gothic"/>
              </a:rPr>
              <a:t>»   Umurwayi wa SIDAni uwatangiye kugaragaza ibimenyetso by’ indwara z’ibyuririzi.</a:t>
            </a:r>
          </a:p>
        </p:txBody>
      </p:sp>
      <p:sp>
        <p:nvSpPr>
          <p:cNvPr name="TextBox 11" id="11"/>
          <p:cNvSpPr txBox="true"/>
          <p:nvPr/>
        </p:nvSpPr>
        <p:spPr>
          <a:xfrm rot="0">
            <a:off x="6265376" y="6038811"/>
            <a:ext cx="8807237" cy="1057275"/>
          </a:xfrm>
          <a:prstGeom prst="rect">
            <a:avLst/>
          </a:prstGeom>
        </p:spPr>
        <p:txBody>
          <a:bodyPr anchor="t" rtlCol="false" tIns="0" lIns="0" bIns="0" rIns="0">
            <a:spAutoFit/>
          </a:bodyPr>
          <a:lstStyle/>
          <a:p>
            <a:pPr algn="r">
              <a:lnSpc>
                <a:spcPts val="4200"/>
              </a:lnSpc>
            </a:pPr>
            <a:r>
              <a:rPr lang="en-US" sz="3000">
                <a:solidFill>
                  <a:srgbClr val="3B365F"/>
                </a:solidFill>
                <a:latin typeface="TAN Headline"/>
                <a:ea typeface="TAN Headline"/>
                <a:cs typeface="TAN Headline"/>
                <a:sym typeface="TAN Headline"/>
              </a:rPr>
              <a:t>Itandukaniro hagatiy’umuntu ufite Virusi itera SIDA n’umurwayi wa SIDA</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true" flipV="false" rot="-5282389">
            <a:off x="-7032152" y="106189"/>
            <a:ext cx="18470921" cy="11593796"/>
          </a:xfrm>
          <a:custGeom>
            <a:avLst/>
            <a:gdLst/>
            <a:ahLst/>
            <a:cxnLst/>
            <a:rect r="r" b="b" t="t" l="l"/>
            <a:pathLst>
              <a:path h="11593796" w="18470921">
                <a:moveTo>
                  <a:pt x="18470921" y="0"/>
                </a:moveTo>
                <a:lnTo>
                  <a:pt x="0" y="0"/>
                </a:lnTo>
                <a:lnTo>
                  <a:pt x="0" y="11593796"/>
                </a:lnTo>
                <a:lnTo>
                  <a:pt x="18470921" y="11593796"/>
                </a:lnTo>
                <a:lnTo>
                  <a:pt x="18470921"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1674680">
            <a:off x="-4426309" y="-4072783"/>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5755965">
            <a:off x="-3310827" y="-7301855"/>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5581227">
            <a:off x="695788" y="-1548157"/>
            <a:ext cx="26149250" cy="16413316"/>
          </a:xfrm>
          <a:custGeom>
            <a:avLst/>
            <a:gdLst/>
            <a:ahLst/>
            <a:cxnLst/>
            <a:rect r="r" b="b" t="t" l="l"/>
            <a:pathLst>
              <a:path h="16413316" w="26149250">
                <a:moveTo>
                  <a:pt x="26149250" y="0"/>
                </a:moveTo>
                <a:lnTo>
                  <a:pt x="0" y="0"/>
                </a:lnTo>
                <a:lnTo>
                  <a:pt x="0" y="16413316"/>
                </a:lnTo>
                <a:lnTo>
                  <a:pt x="26149250" y="16413316"/>
                </a:lnTo>
                <a:lnTo>
                  <a:pt x="2614925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6" id="6"/>
          <p:cNvSpPr/>
          <p:nvPr/>
        </p:nvSpPr>
        <p:spPr>
          <a:xfrm flipH="false" flipV="false" rot="-1674680">
            <a:off x="10358985" y="-3230434"/>
            <a:ext cx="9743832" cy="10202966"/>
          </a:xfrm>
          <a:custGeom>
            <a:avLst/>
            <a:gdLst/>
            <a:ahLst/>
            <a:cxnLst/>
            <a:rect r="r" b="b" t="t" l="l"/>
            <a:pathLst>
              <a:path h="10202966" w="9743832">
                <a:moveTo>
                  <a:pt x="0" y="0"/>
                </a:moveTo>
                <a:lnTo>
                  <a:pt x="9743833" y="0"/>
                </a:lnTo>
                <a:lnTo>
                  <a:pt x="9743833" y="10202965"/>
                </a:lnTo>
                <a:lnTo>
                  <a:pt x="0" y="10202965"/>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7" id="7"/>
          <p:cNvSpPr/>
          <p:nvPr/>
        </p:nvSpPr>
        <p:spPr>
          <a:xfrm flipH="false" flipV="false" rot="0">
            <a:off x="320594" y="5395988"/>
            <a:ext cx="1569470" cy="4876886"/>
          </a:xfrm>
          <a:custGeom>
            <a:avLst/>
            <a:gdLst/>
            <a:ahLst/>
            <a:cxnLst/>
            <a:rect r="r" b="b" t="t" l="l"/>
            <a:pathLst>
              <a:path h="4876886" w="1569470">
                <a:moveTo>
                  <a:pt x="0" y="0"/>
                </a:moveTo>
                <a:lnTo>
                  <a:pt x="1569471" y="0"/>
                </a:lnTo>
                <a:lnTo>
                  <a:pt x="1569471" y="4876886"/>
                </a:lnTo>
                <a:lnTo>
                  <a:pt x="0" y="487688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8" id="8"/>
          <p:cNvSpPr txBox="true"/>
          <p:nvPr/>
        </p:nvSpPr>
        <p:spPr>
          <a:xfrm rot="0">
            <a:off x="320594" y="1994874"/>
            <a:ext cx="4736785" cy="26320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Amasohoro</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Ububobere bw’igitsina cy’umugore</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Amaraso</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Isuha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Amashereka</a:t>
            </a:r>
          </a:p>
        </p:txBody>
      </p:sp>
      <p:sp>
        <p:nvSpPr>
          <p:cNvPr name="TextBox 9" id="9"/>
          <p:cNvSpPr txBox="true"/>
          <p:nvPr/>
        </p:nvSpPr>
        <p:spPr>
          <a:xfrm rot="0">
            <a:off x="445607" y="1178899"/>
            <a:ext cx="5818483" cy="692150"/>
          </a:xfrm>
          <a:prstGeom prst="rect">
            <a:avLst/>
          </a:prstGeom>
        </p:spPr>
        <p:txBody>
          <a:bodyPr anchor="t" rtlCol="false" tIns="0" lIns="0" bIns="0" rIns="0">
            <a:spAutoFit/>
          </a:bodyPr>
          <a:lstStyle/>
          <a:p>
            <a:pPr algn="l">
              <a:lnSpc>
                <a:spcPts val="2800"/>
              </a:lnSpc>
            </a:pPr>
            <a:r>
              <a:rPr lang="en-US" sz="2000">
                <a:solidFill>
                  <a:srgbClr val="3B365F"/>
                </a:solidFill>
                <a:latin typeface="TAN Headline"/>
                <a:ea typeface="TAN Headline"/>
                <a:cs typeface="TAN Headline"/>
                <a:sym typeface="TAN Headline"/>
              </a:rPr>
              <a:t>Virusi itera SIDA ishoborakwandurira mu matembabuzi akurikira:</a:t>
            </a:r>
          </a:p>
        </p:txBody>
      </p:sp>
      <p:sp>
        <p:nvSpPr>
          <p:cNvPr name="TextBox 10" id="10"/>
          <p:cNvSpPr txBox="true"/>
          <p:nvPr/>
        </p:nvSpPr>
        <p:spPr>
          <a:xfrm rot="0">
            <a:off x="2938725" y="244475"/>
            <a:ext cx="12410550" cy="669925"/>
          </a:xfrm>
          <a:prstGeom prst="rect">
            <a:avLst/>
          </a:prstGeom>
        </p:spPr>
        <p:txBody>
          <a:bodyPr anchor="t" rtlCol="false" tIns="0" lIns="0" bIns="0" rIns="0">
            <a:spAutoFit/>
          </a:bodyPr>
          <a:lstStyle/>
          <a:p>
            <a:pPr algn="just">
              <a:lnSpc>
                <a:spcPts val="5599"/>
              </a:lnSpc>
              <a:spcBef>
                <a:spcPct val="0"/>
              </a:spcBef>
            </a:pPr>
            <a:r>
              <a:rPr lang="en-US" sz="3999">
                <a:solidFill>
                  <a:srgbClr val="3B365F"/>
                </a:solidFill>
                <a:latin typeface="TAN Headline"/>
                <a:ea typeface="TAN Headline"/>
                <a:cs typeface="TAN Headline"/>
                <a:sym typeface="TAN Headline"/>
              </a:rPr>
              <a:t>K</a:t>
            </a:r>
            <a:r>
              <a:rPr lang="en-US" sz="3999">
                <a:solidFill>
                  <a:srgbClr val="3B365F"/>
                </a:solidFill>
                <a:latin typeface="TAN Headline"/>
                <a:ea typeface="TAN Headline"/>
                <a:cs typeface="TAN Headline"/>
                <a:sym typeface="TAN Headline"/>
              </a:rPr>
              <a:t>umenya uburyo Virusi itera SIDA yandura</a:t>
            </a:r>
          </a:p>
        </p:txBody>
      </p:sp>
      <p:sp>
        <p:nvSpPr>
          <p:cNvPr name="TextBox 11" id="11"/>
          <p:cNvSpPr txBox="true"/>
          <p:nvPr/>
        </p:nvSpPr>
        <p:spPr>
          <a:xfrm rot="0">
            <a:off x="2409565" y="6316388"/>
            <a:ext cx="3128595" cy="263207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Inkari</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Amazirantoki</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Amacandwe</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Ibyuya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Amarira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Amashyira.</a:t>
            </a:r>
          </a:p>
        </p:txBody>
      </p:sp>
      <p:sp>
        <p:nvSpPr>
          <p:cNvPr name="TextBox 12" id="12"/>
          <p:cNvSpPr txBox="true"/>
          <p:nvPr/>
        </p:nvSpPr>
        <p:spPr>
          <a:xfrm rot="0">
            <a:off x="1813632" y="5138463"/>
            <a:ext cx="4866228" cy="692150"/>
          </a:xfrm>
          <a:prstGeom prst="rect">
            <a:avLst/>
          </a:prstGeom>
        </p:spPr>
        <p:txBody>
          <a:bodyPr anchor="t" rtlCol="false" tIns="0" lIns="0" bIns="0" rIns="0">
            <a:spAutoFit/>
          </a:bodyPr>
          <a:lstStyle/>
          <a:p>
            <a:pPr algn="l">
              <a:lnSpc>
                <a:spcPts val="2800"/>
              </a:lnSpc>
            </a:pPr>
            <a:r>
              <a:rPr lang="en-US" sz="2000">
                <a:solidFill>
                  <a:srgbClr val="3B365F"/>
                </a:solidFill>
                <a:latin typeface="TAN Headline"/>
                <a:ea typeface="TAN Headline"/>
                <a:cs typeface="TAN Headline"/>
                <a:sym typeface="TAN Headline"/>
              </a:rPr>
              <a:t>Virusi itera SIDA ntiyandurira mu matembabuzi akurikira:</a:t>
            </a:r>
          </a:p>
        </p:txBody>
      </p:sp>
      <p:sp>
        <p:nvSpPr>
          <p:cNvPr name="TextBox 13" id="13"/>
          <p:cNvSpPr txBox="true"/>
          <p:nvPr/>
        </p:nvSpPr>
        <p:spPr>
          <a:xfrm rot="0">
            <a:off x="9352316" y="1490495"/>
            <a:ext cx="6906466" cy="4597400"/>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Imibonano mpuzabitsina n’umuntu wanduye virusi itera SIDA ntagakingirizo.</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Gukora ku matembabuzi yanduza ufite igikomere ku mubiri (amaraso, amasohoro ububobere bw’igitsina cy’umugore)</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Umubyeyi ufite virusi itera SIDA ashobora kwanduza umwana amutwite, amubyara cyangwa se amwonsa.</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Kwanduzwa n’amaraso n’uwanduye virusi itera SIDA: Gukoresha ibikoresho bikomeretsa</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Kwivuriza ku bavuzi ba Gakondo, gusangira urushinge n’umuntu ufite virusi itera SIDA, guca indasago, gukura ibyinyo, no guca ibirimi hakoreshejwe ibyuma bidasukuye.</a:t>
            </a:r>
          </a:p>
        </p:txBody>
      </p:sp>
      <p:sp>
        <p:nvSpPr>
          <p:cNvPr name="Freeform 14" id="14"/>
          <p:cNvSpPr/>
          <p:nvPr/>
        </p:nvSpPr>
        <p:spPr>
          <a:xfrm flipH="true" flipV="false" rot="0">
            <a:off x="16278256" y="5635563"/>
            <a:ext cx="1962088" cy="5395741"/>
          </a:xfrm>
          <a:custGeom>
            <a:avLst/>
            <a:gdLst/>
            <a:ahLst/>
            <a:cxnLst/>
            <a:rect r="r" b="b" t="t" l="l"/>
            <a:pathLst>
              <a:path h="5395741" w="1962088">
                <a:moveTo>
                  <a:pt x="1962088" y="0"/>
                </a:moveTo>
                <a:lnTo>
                  <a:pt x="0" y="0"/>
                </a:lnTo>
                <a:lnTo>
                  <a:pt x="0" y="5395741"/>
                </a:lnTo>
                <a:lnTo>
                  <a:pt x="1962088" y="5395741"/>
                </a:lnTo>
                <a:lnTo>
                  <a:pt x="1962088"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
        <p:nvSpPr>
          <p:cNvPr name="TextBox 15" id="15"/>
          <p:cNvSpPr txBox="true"/>
          <p:nvPr/>
        </p:nvSpPr>
        <p:spPr>
          <a:xfrm rot="0">
            <a:off x="10079370" y="1055520"/>
            <a:ext cx="5452358" cy="339725"/>
          </a:xfrm>
          <a:prstGeom prst="rect">
            <a:avLst/>
          </a:prstGeom>
        </p:spPr>
        <p:txBody>
          <a:bodyPr anchor="t" rtlCol="false" tIns="0" lIns="0" bIns="0" rIns="0">
            <a:spAutoFit/>
          </a:bodyPr>
          <a:lstStyle/>
          <a:p>
            <a:pPr algn="l">
              <a:lnSpc>
                <a:spcPts val="2800"/>
              </a:lnSpc>
            </a:pPr>
            <a:r>
              <a:rPr lang="en-US" sz="2000">
                <a:solidFill>
                  <a:srgbClr val="3B365F"/>
                </a:solidFill>
                <a:latin typeface="TAN Headline"/>
                <a:ea typeface="TAN Headline"/>
                <a:cs typeface="TAN Headline"/>
                <a:sym typeface="TAN Headline"/>
              </a:rPr>
              <a:t>Inzira virusi itera SIDA yanduriramo:</a:t>
            </a:r>
          </a:p>
        </p:txBody>
      </p:sp>
      <p:sp>
        <p:nvSpPr>
          <p:cNvPr name="TextBox 16" id="16"/>
          <p:cNvSpPr txBox="true"/>
          <p:nvPr/>
        </p:nvSpPr>
        <p:spPr>
          <a:xfrm rot="0">
            <a:off x="10079370" y="6230770"/>
            <a:ext cx="5452358" cy="339725"/>
          </a:xfrm>
          <a:prstGeom prst="rect">
            <a:avLst/>
          </a:prstGeom>
        </p:spPr>
        <p:txBody>
          <a:bodyPr anchor="t" rtlCol="false" tIns="0" lIns="0" bIns="0" rIns="0">
            <a:spAutoFit/>
          </a:bodyPr>
          <a:lstStyle/>
          <a:p>
            <a:pPr algn="l">
              <a:lnSpc>
                <a:spcPts val="2800"/>
              </a:lnSpc>
            </a:pPr>
            <a:r>
              <a:rPr lang="en-US" sz="2000">
                <a:solidFill>
                  <a:srgbClr val="3B365F"/>
                </a:solidFill>
                <a:latin typeface="TAN Headline"/>
                <a:ea typeface="TAN Headline"/>
                <a:cs typeface="TAN Headline"/>
                <a:sym typeface="TAN Headline"/>
              </a:rPr>
              <a:t>Inzira virusi itera SIDA yanduriramo:</a:t>
            </a:r>
          </a:p>
        </p:txBody>
      </p:sp>
      <p:sp>
        <p:nvSpPr>
          <p:cNvPr name="TextBox 17" id="17"/>
          <p:cNvSpPr txBox="true"/>
          <p:nvPr/>
        </p:nvSpPr>
        <p:spPr>
          <a:xfrm rot="0">
            <a:off x="9144000" y="6608595"/>
            <a:ext cx="7409883" cy="3540125"/>
          </a:xfrm>
          <a:prstGeom prst="rect">
            <a:avLst/>
          </a:prstGeom>
        </p:spPr>
        <p:txBody>
          <a:bodyPr anchor="t" rtlCol="false" tIns="0" lIns="0" bIns="0" rIns="0">
            <a:spAutoFit/>
          </a:bodyPr>
          <a:lstStyle/>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Gusangira ku isahani imwe no kunywera ku gikombe kimwe.</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Guhoberana</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Gusomana Kuramukanya mu ntoki</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Gukorora cyangwa kwitsamura</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Kwegerana n’umuntu ubana na virusi itera SIDA Gusangira ubwiherero</a:t>
            </a:r>
          </a:p>
          <a:p>
            <a:pPr algn="l" marL="431801" indent="-215900" lvl="1">
              <a:lnSpc>
                <a:spcPts val="2800"/>
              </a:lnSpc>
              <a:buFont typeface="Arial"/>
              <a:buChar char="•"/>
            </a:pPr>
            <a:r>
              <a:rPr lang="en-US" sz="2000">
                <a:solidFill>
                  <a:srgbClr val="3B365F"/>
                </a:solidFill>
                <a:latin typeface="Coco Gothic"/>
                <a:ea typeface="Coco Gothic"/>
                <a:cs typeface="Coco Gothic"/>
                <a:sym typeface="Coco Gothic"/>
              </a:rPr>
              <a:t>Kurumwan’umubu cyangwa akandi gasimba kabone n’aho ako gasimba kaba gatwaye amaraso y’uwo muntu, virusi ntishobora kubahoitari mu maraso y’umuntu.</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sp>
        <p:nvSpPr>
          <p:cNvPr name="Freeform 2" id="2"/>
          <p:cNvSpPr/>
          <p:nvPr/>
        </p:nvSpPr>
        <p:spPr>
          <a:xfrm flipH="true" flipV="false" rot="-141325">
            <a:off x="-3098265" y="60431"/>
            <a:ext cx="25035089" cy="15713981"/>
          </a:xfrm>
          <a:custGeom>
            <a:avLst/>
            <a:gdLst/>
            <a:ahLst/>
            <a:cxnLst/>
            <a:rect r="r" b="b" t="t" l="l"/>
            <a:pathLst>
              <a:path h="15713981" w="25035089">
                <a:moveTo>
                  <a:pt x="25035089" y="0"/>
                </a:moveTo>
                <a:lnTo>
                  <a:pt x="0" y="0"/>
                </a:lnTo>
                <a:lnTo>
                  <a:pt x="0" y="15713981"/>
                </a:lnTo>
                <a:lnTo>
                  <a:pt x="25035089" y="15713981"/>
                </a:lnTo>
                <a:lnTo>
                  <a:pt x="25035089"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false" rot="-591004">
            <a:off x="12640107" y="-3454017"/>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false" flipV="false" rot="6870394">
            <a:off x="380531" y="-1071005"/>
            <a:ext cx="4012276" cy="5049776"/>
          </a:xfrm>
          <a:custGeom>
            <a:avLst/>
            <a:gdLst/>
            <a:ahLst/>
            <a:cxnLst/>
            <a:rect r="r" b="b" t="t" l="l"/>
            <a:pathLst>
              <a:path h="5049776" w="4012276">
                <a:moveTo>
                  <a:pt x="0" y="0"/>
                </a:moveTo>
                <a:lnTo>
                  <a:pt x="4012277" y="0"/>
                </a:lnTo>
                <a:lnTo>
                  <a:pt x="4012277" y="5049776"/>
                </a:lnTo>
                <a:lnTo>
                  <a:pt x="0" y="5049776"/>
                </a:lnTo>
                <a:lnTo>
                  <a:pt x="0" y="0"/>
                </a:lnTo>
                <a:close/>
              </a:path>
            </a:pathLst>
          </a:custGeom>
          <a:blipFill>
            <a:blip r:embed="rId6">
              <a:extLst>
                <a:ext uri="{96DAC541-7B7A-43D3-8B79-37D633B846F1}">
                  <asvg:svgBlip xmlns:asvg="http://schemas.microsoft.com/office/drawing/2016/SVG/main" r:embed="rId7"/>
                </a:ext>
              </a:extLst>
            </a:blip>
            <a:stretch>
              <a:fillRect l="0" t="0" r="0" b="0"/>
            </a:stretch>
          </a:blipFill>
        </p:spPr>
      </p:sp>
      <p:sp>
        <p:nvSpPr>
          <p:cNvPr name="TextBox 5" id="5"/>
          <p:cNvSpPr txBox="true"/>
          <p:nvPr/>
        </p:nvSpPr>
        <p:spPr>
          <a:xfrm rot="0">
            <a:off x="0" y="3396017"/>
            <a:ext cx="18053438" cy="6575425"/>
          </a:xfrm>
          <a:prstGeom prst="rect">
            <a:avLst/>
          </a:prstGeom>
        </p:spPr>
        <p:txBody>
          <a:bodyPr anchor="t" rtlCol="false" tIns="0" lIns="0" bIns="0" rIns="0">
            <a:spAutoFit/>
          </a:bodyPr>
          <a:lstStyle/>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Gukorana imibonanompuzabitsina n’isugi bishobora gukiza virusi itera SIDA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Umuntu wese urwaye igituntucyangwa umusonga aba afite virusi itera SIDA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N’ubwo buri wese ashobora kwanduravirusi itera SIDA,abari n’abategarugori nibo bandura cyane kurusha abagabo (Yego)</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Umuntu ubana na virusi itera SIDA ntagomba kongera gukora imibonano mpuzabitsina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Ni byiza ko umuntu ufite virusi itera SIDA ashishikariza abo bakoranye imibonano mpuzabitsina kwipimisha kugirango nabo bahabwe ubufasha igihe basanganywe virusi itera SIDA (Yego)</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Abavuzi ba gakondo na ba magendu bashobora kuvura SIDA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Abantu babiri babana bombi baranduye virusi itera SIDA singombwa ko bakoresha agakingirizo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Ushobora kureba umuntu ukamenya ko yanduye virusi itera SIDA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Umuntu ufata imiti igabanya ubukana bwa SIDA iyo yumvise ameze neza ashobora guhagarika imiti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Kuba waranduye virusi itera SIDA uri umugore bivuga ko utagomba kongera kubyara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Umwana wese wavutse ku mubyeyi wanduye virusi itera SIDA nawe arayandura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Umwana wavukanye virusi itera SIDA, ubuzima bwe ntiburenga imyaka 12 (oya)</a:t>
            </a:r>
          </a:p>
          <a:p>
            <a:pPr algn="l" marL="539749" indent="-269875" lvl="1">
              <a:lnSpc>
                <a:spcPts val="3499"/>
              </a:lnSpc>
              <a:buFont typeface="Arial"/>
              <a:buChar char="•"/>
            </a:pPr>
            <a:r>
              <a:rPr lang="en-US" sz="2499">
                <a:solidFill>
                  <a:srgbClr val="3B365F"/>
                </a:solidFill>
                <a:latin typeface="Coco Gothic"/>
                <a:ea typeface="Coco Gothic"/>
                <a:cs typeface="Coco Gothic"/>
                <a:sym typeface="Coco Gothic"/>
              </a:rPr>
              <a:t>Iyo umuntu yasiramuwe, si ngombwa gukoresha agakingirizo mu gihe cy’imibonano mpuzabitsina (Oya)</a:t>
            </a:r>
          </a:p>
        </p:txBody>
      </p:sp>
      <p:sp>
        <p:nvSpPr>
          <p:cNvPr name="TextBox 6" id="6"/>
          <p:cNvSpPr txBox="true"/>
          <p:nvPr/>
        </p:nvSpPr>
        <p:spPr>
          <a:xfrm rot="0">
            <a:off x="8056399" y="57122"/>
            <a:ext cx="9202901" cy="2273300"/>
          </a:xfrm>
          <a:prstGeom prst="rect">
            <a:avLst/>
          </a:prstGeom>
        </p:spPr>
        <p:txBody>
          <a:bodyPr anchor="t" rtlCol="false" tIns="0" lIns="0" bIns="0" rIns="0">
            <a:spAutoFit/>
          </a:bodyPr>
          <a:lstStyle/>
          <a:p>
            <a:pPr algn="r">
              <a:lnSpc>
                <a:spcPts val="9100"/>
              </a:lnSpc>
            </a:pPr>
            <a:r>
              <a:rPr lang="en-US" sz="6500">
                <a:solidFill>
                  <a:srgbClr val="3B365F"/>
                </a:solidFill>
                <a:latin typeface="TAN Headline"/>
                <a:ea typeface="TAN Headline"/>
                <a:cs typeface="TAN Headline"/>
                <a:sym typeface="TAN Headline"/>
              </a:rPr>
              <a:t>Kumenya ibihuha ku ndwara ya SIDA</a:t>
            </a:r>
          </a:p>
        </p:txBody>
      </p:sp>
      <p:sp>
        <p:nvSpPr>
          <p:cNvPr name="Freeform 7" id="7"/>
          <p:cNvSpPr/>
          <p:nvPr/>
        </p:nvSpPr>
        <p:spPr>
          <a:xfrm flipH="true" flipV="false" rot="0">
            <a:off x="15947064" y="6879630"/>
            <a:ext cx="2106374" cy="3407370"/>
          </a:xfrm>
          <a:custGeom>
            <a:avLst/>
            <a:gdLst/>
            <a:ahLst/>
            <a:cxnLst/>
            <a:rect r="r" b="b" t="t" l="l"/>
            <a:pathLst>
              <a:path h="3407370" w="2106374">
                <a:moveTo>
                  <a:pt x="2106374" y="0"/>
                </a:moveTo>
                <a:lnTo>
                  <a:pt x="0" y="0"/>
                </a:lnTo>
                <a:lnTo>
                  <a:pt x="0" y="3407370"/>
                </a:lnTo>
                <a:lnTo>
                  <a:pt x="2106374" y="3407370"/>
                </a:lnTo>
                <a:lnTo>
                  <a:pt x="2106374" y="0"/>
                </a:lnTo>
                <a:close/>
              </a:path>
            </a:pathLst>
          </a:custGeom>
          <a:blipFill>
            <a:blip r:embed="rId8">
              <a:extLst>
                <a:ext uri="{96DAC541-7B7A-43D3-8B79-37D633B846F1}">
                  <asvg:svgBlip xmlns:asvg="http://schemas.microsoft.com/office/drawing/2016/SVG/main" r:embed="rId9"/>
                </a:ext>
              </a:extLst>
            </a:blip>
            <a:stretch>
              <a:fillRect l="0" t="0" r="0" b="0"/>
            </a:stretch>
          </a:blipFill>
        </p:spPr>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solidFill>
          <a:srgbClr val="F0F6FF"/>
        </a:solidFill>
      </p:bgPr>
    </p:bg>
    <p:spTree>
      <p:nvGrpSpPr>
        <p:cNvPr id="1" name=""/>
        <p:cNvGrpSpPr/>
        <p:nvPr/>
      </p:nvGrpSpPr>
      <p:grpSpPr>
        <a:xfrm>
          <a:off x="0" y="0"/>
          <a:ext cx="0" cy="0"/>
          <a:chOff x="0" y="0"/>
          <a:chExt cx="0" cy="0"/>
        </a:xfrm>
      </p:grpSpPr>
      <p:grpSp>
        <p:nvGrpSpPr>
          <p:cNvPr name="Group 2" id="2"/>
          <p:cNvGrpSpPr/>
          <p:nvPr/>
        </p:nvGrpSpPr>
        <p:grpSpPr>
          <a:xfrm rot="0">
            <a:off x="11909344" y="1408274"/>
            <a:ext cx="5349956" cy="5149379"/>
            <a:chOff x="30480" y="591820"/>
            <a:chExt cx="12736830" cy="12259310"/>
          </a:xfrm>
        </p:grpSpPr>
        <p:sp>
          <p:nvSpPr>
            <p:cNvPr name="Freeform 3" id="3"/>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2"/>
              <a:stretch>
                <a:fillRect l="-19107" t="0" r="-19107" b="0"/>
              </a:stretch>
            </a:blipFill>
          </p:spPr>
        </p:sp>
      </p:grpSp>
      <p:sp>
        <p:nvSpPr>
          <p:cNvPr name="Freeform 4" id="4"/>
          <p:cNvSpPr/>
          <p:nvPr/>
        </p:nvSpPr>
        <p:spPr>
          <a:xfrm flipH="false" flipV="false" rot="-591004">
            <a:off x="12640107" y="-3750359"/>
            <a:ext cx="9743832" cy="10202966"/>
          </a:xfrm>
          <a:custGeom>
            <a:avLst/>
            <a:gdLst/>
            <a:ahLst/>
            <a:cxnLst/>
            <a:rect r="r" b="b" t="t" l="l"/>
            <a:pathLst>
              <a:path h="10202966" w="9743832">
                <a:moveTo>
                  <a:pt x="0" y="0"/>
                </a:moveTo>
                <a:lnTo>
                  <a:pt x="9743832" y="0"/>
                </a:lnTo>
                <a:lnTo>
                  <a:pt x="9743832" y="10202966"/>
                </a:lnTo>
                <a:lnTo>
                  <a:pt x="0" y="10202966"/>
                </a:lnTo>
                <a:lnTo>
                  <a:pt x="0" y="0"/>
                </a:lnTo>
                <a:close/>
              </a:path>
            </a:pathLst>
          </a:custGeom>
          <a:blipFill>
            <a:blip r:embed="rId3">
              <a:extLst>
                <a:ext uri="{96DAC541-7B7A-43D3-8B79-37D633B846F1}">
                  <asvg:svgBlip xmlns:asvg="http://schemas.microsoft.com/office/drawing/2016/SVG/main" r:embed="rId4"/>
                </a:ext>
              </a:extLst>
            </a:blip>
            <a:stretch>
              <a:fillRect l="0" t="0" r="0" b="0"/>
            </a:stretch>
          </a:blipFill>
        </p:spPr>
      </p:sp>
      <p:sp>
        <p:nvSpPr>
          <p:cNvPr name="Freeform 5" id="5"/>
          <p:cNvSpPr/>
          <p:nvPr/>
        </p:nvSpPr>
        <p:spPr>
          <a:xfrm flipH="false" flipV="false" rot="-1260975">
            <a:off x="16111821" y="8101052"/>
            <a:ext cx="2054226" cy="2585410"/>
          </a:xfrm>
          <a:custGeom>
            <a:avLst/>
            <a:gdLst/>
            <a:ahLst/>
            <a:cxnLst/>
            <a:rect r="r" b="b" t="t" l="l"/>
            <a:pathLst>
              <a:path h="2585410" w="2054226">
                <a:moveTo>
                  <a:pt x="0" y="0"/>
                </a:moveTo>
                <a:lnTo>
                  <a:pt x="2054226" y="0"/>
                </a:lnTo>
                <a:lnTo>
                  <a:pt x="2054226" y="2585411"/>
                </a:lnTo>
                <a:lnTo>
                  <a:pt x="0" y="2585411"/>
                </a:lnTo>
                <a:lnTo>
                  <a:pt x="0" y="0"/>
                </a:lnTo>
                <a:close/>
              </a:path>
            </a:pathLst>
          </a:custGeom>
          <a:blipFill>
            <a:blip r:embed="rId5">
              <a:extLst>
                <a:ext uri="{96DAC541-7B7A-43D3-8B79-37D633B846F1}">
                  <asvg:svgBlip xmlns:asvg="http://schemas.microsoft.com/office/drawing/2016/SVG/main" r:embed="rId6"/>
                </a:ext>
              </a:extLst>
            </a:blip>
            <a:stretch>
              <a:fillRect l="0" t="0" r="0" b="0"/>
            </a:stretch>
          </a:blipFill>
        </p:spPr>
      </p:sp>
      <p:grpSp>
        <p:nvGrpSpPr>
          <p:cNvPr name="Group 6" id="6"/>
          <p:cNvGrpSpPr/>
          <p:nvPr/>
        </p:nvGrpSpPr>
        <p:grpSpPr>
          <a:xfrm rot="0">
            <a:off x="167542" y="1647466"/>
            <a:ext cx="4640538" cy="4466559"/>
            <a:chOff x="30480" y="591820"/>
            <a:chExt cx="12736830" cy="12259310"/>
          </a:xfrm>
        </p:grpSpPr>
        <p:sp>
          <p:nvSpPr>
            <p:cNvPr name="Freeform 7" id="7"/>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7"/>
              <a:stretch>
                <a:fillRect l="-25132" t="0" r="-13082" b="0"/>
              </a:stretch>
            </a:blipFill>
          </p:spPr>
        </p:sp>
      </p:grpSp>
      <p:grpSp>
        <p:nvGrpSpPr>
          <p:cNvPr name="Group 8" id="8"/>
          <p:cNvGrpSpPr/>
          <p:nvPr/>
        </p:nvGrpSpPr>
        <p:grpSpPr>
          <a:xfrm rot="0">
            <a:off x="6003377" y="1749684"/>
            <a:ext cx="4640538" cy="4466559"/>
            <a:chOff x="30480" y="591820"/>
            <a:chExt cx="12736830" cy="12259310"/>
          </a:xfrm>
        </p:grpSpPr>
        <p:sp>
          <p:nvSpPr>
            <p:cNvPr name="Freeform 9" id="9"/>
            <p:cNvSpPr/>
            <p:nvPr/>
          </p:nvSpPr>
          <p:spPr>
            <a:xfrm flipH="false" flipV="false" rot="0">
              <a:off x="0" y="0"/>
              <a:ext cx="12736830" cy="12259310"/>
            </a:xfrm>
            <a:custGeom>
              <a:avLst/>
              <a:gdLst/>
              <a:ahLst/>
              <a:cxnLst/>
              <a:rect r="r" b="b" t="t" l="l"/>
              <a:pathLst>
                <a:path h="12259310" w="12736830">
                  <a:moveTo>
                    <a:pt x="11925300" y="4271010"/>
                  </a:moveTo>
                  <a:cubicBezTo>
                    <a:pt x="10819130" y="2120900"/>
                    <a:pt x="8590280" y="544830"/>
                    <a:pt x="6215380" y="297180"/>
                  </a:cubicBezTo>
                  <a:cubicBezTo>
                    <a:pt x="4277360" y="0"/>
                    <a:pt x="3002280" y="913130"/>
                    <a:pt x="1960880" y="2170430"/>
                  </a:cubicBezTo>
                  <a:cubicBezTo>
                    <a:pt x="919480" y="3427730"/>
                    <a:pt x="365760" y="5030470"/>
                    <a:pt x="142240" y="6647180"/>
                  </a:cubicBezTo>
                  <a:cubicBezTo>
                    <a:pt x="24130" y="7500620"/>
                    <a:pt x="0" y="8406130"/>
                    <a:pt x="361950" y="9188450"/>
                  </a:cubicBezTo>
                  <a:cubicBezTo>
                    <a:pt x="820420" y="10180320"/>
                    <a:pt x="1822450" y="10811510"/>
                    <a:pt x="2842260" y="11203940"/>
                  </a:cubicBezTo>
                  <a:cubicBezTo>
                    <a:pt x="5585460" y="12259310"/>
                    <a:pt x="8953501" y="11850370"/>
                    <a:pt x="11088370" y="9828530"/>
                  </a:cubicBezTo>
                  <a:cubicBezTo>
                    <a:pt x="11756390" y="9196070"/>
                    <a:pt x="12303760" y="8403590"/>
                    <a:pt x="12499340" y="7504430"/>
                  </a:cubicBezTo>
                  <a:cubicBezTo>
                    <a:pt x="12736830" y="6413500"/>
                    <a:pt x="12435840" y="5264150"/>
                    <a:pt x="11925300" y="4271010"/>
                  </a:cubicBezTo>
                  <a:close/>
                </a:path>
              </a:pathLst>
            </a:custGeom>
            <a:blipFill>
              <a:blip r:embed="rId8"/>
              <a:stretch>
                <a:fillRect l="-51604" t="0" r="-19320" b="0"/>
              </a:stretch>
            </a:blipFill>
          </p:spPr>
        </p:sp>
      </p:grpSp>
      <p:sp>
        <p:nvSpPr>
          <p:cNvPr name="TextBox 10" id="10"/>
          <p:cNvSpPr txBox="true"/>
          <p:nvPr/>
        </p:nvSpPr>
        <p:spPr>
          <a:xfrm rot="0">
            <a:off x="1863325" y="307975"/>
            <a:ext cx="14912682" cy="1374775"/>
          </a:xfrm>
          <a:prstGeom prst="rect">
            <a:avLst/>
          </a:prstGeom>
        </p:spPr>
        <p:txBody>
          <a:bodyPr anchor="t" rtlCol="false" tIns="0" lIns="0" bIns="0" rIns="0">
            <a:spAutoFit/>
          </a:bodyPr>
          <a:lstStyle/>
          <a:p>
            <a:pPr algn="ctr">
              <a:lnSpc>
                <a:spcPts val="5599"/>
              </a:lnSpc>
            </a:pPr>
            <a:r>
              <a:rPr lang="en-US" sz="3999">
                <a:solidFill>
                  <a:srgbClr val="3B365F"/>
                </a:solidFill>
                <a:latin typeface="TAN Headline"/>
                <a:ea typeface="TAN Headline"/>
                <a:cs typeface="TAN Headline"/>
                <a:sym typeface="TAN Headline"/>
              </a:rPr>
              <a:t>amashusho agaragaza uburyo bwo kwanduriramo virusi itera SIDA</a:t>
            </a:r>
          </a:p>
        </p:txBody>
      </p:sp>
      <p:sp>
        <p:nvSpPr>
          <p:cNvPr name="TextBox 11" id="11"/>
          <p:cNvSpPr txBox="true"/>
          <p:nvPr/>
        </p:nvSpPr>
        <p:spPr>
          <a:xfrm rot="0">
            <a:off x="24667" y="6028300"/>
            <a:ext cx="5109223" cy="2676525"/>
          </a:xfrm>
          <a:prstGeom prst="rect">
            <a:avLst/>
          </a:prstGeom>
        </p:spPr>
        <p:txBody>
          <a:bodyPr anchor="t" rtlCol="false" tIns="0" lIns="0" bIns="0" rIns="0">
            <a:spAutoFit/>
          </a:bodyPr>
          <a:lstStyle/>
          <a:p>
            <a:pPr algn="ctr">
              <a:lnSpc>
                <a:spcPts val="4200"/>
              </a:lnSpc>
              <a:spcBef>
                <a:spcPct val="0"/>
              </a:spcBef>
            </a:pPr>
            <a:r>
              <a:rPr lang="en-US" sz="3000">
                <a:solidFill>
                  <a:srgbClr val="3B365F"/>
                </a:solidFill>
                <a:latin typeface="Coco Gothic"/>
                <a:ea typeface="Coco Gothic"/>
                <a:cs typeface="Coco Gothic"/>
                <a:sym typeface="Coco Gothic"/>
              </a:rPr>
              <a:t>Umubyeyi ufite virusi itera SIDA ashobora kwanduza umwana amutwite, amubyara cyangwa se amwonsa.</a:t>
            </a:r>
          </a:p>
        </p:txBody>
      </p:sp>
      <p:sp>
        <p:nvSpPr>
          <p:cNvPr name="TextBox 12" id="12"/>
          <p:cNvSpPr txBox="true"/>
          <p:nvPr/>
        </p:nvSpPr>
        <p:spPr>
          <a:xfrm rot="0">
            <a:off x="12029711" y="6547135"/>
            <a:ext cx="5109223" cy="1609725"/>
          </a:xfrm>
          <a:prstGeom prst="rect">
            <a:avLst/>
          </a:prstGeom>
        </p:spPr>
        <p:txBody>
          <a:bodyPr anchor="t" rtlCol="false" tIns="0" lIns="0" bIns="0" rIns="0">
            <a:spAutoFit/>
          </a:bodyPr>
          <a:lstStyle/>
          <a:p>
            <a:pPr algn="ctr">
              <a:lnSpc>
                <a:spcPts val="4200"/>
              </a:lnSpc>
              <a:spcBef>
                <a:spcPct val="0"/>
              </a:spcBef>
            </a:pPr>
            <a:r>
              <a:rPr lang="en-US" sz="3000">
                <a:solidFill>
                  <a:srgbClr val="3B365F"/>
                </a:solidFill>
                <a:latin typeface="Coco Gothic"/>
                <a:ea typeface="Coco Gothic"/>
                <a:cs typeface="Coco Gothic"/>
                <a:sym typeface="Coco Gothic"/>
              </a:rPr>
              <a:t>Imibonano </a:t>
            </a:r>
            <a:r>
              <a:rPr lang="en-US" sz="3000">
                <a:solidFill>
                  <a:srgbClr val="3B365F"/>
                </a:solidFill>
                <a:latin typeface="Coco Gothic"/>
                <a:ea typeface="Coco Gothic"/>
                <a:cs typeface="Coco Gothic"/>
                <a:sym typeface="Coco Gothic"/>
              </a:rPr>
              <a:t>mpuzabitsina n’umuntu wanduye virusi itera SIDA ntagakingirizo.</a:t>
            </a:r>
          </a:p>
        </p:txBody>
      </p:sp>
      <p:sp>
        <p:nvSpPr>
          <p:cNvPr name="TextBox 13" id="13"/>
          <p:cNvSpPr txBox="true"/>
          <p:nvPr/>
        </p:nvSpPr>
        <p:spPr>
          <a:xfrm rot="0">
            <a:off x="5769035" y="6178143"/>
            <a:ext cx="5109223" cy="3743325"/>
          </a:xfrm>
          <a:prstGeom prst="rect">
            <a:avLst/>
          </a:prstGeom>
        </p:spPr>
        <p:txBody>
          <a:bodyPr anchor="t" rtlCol="false" tIns="0" lIns="0" bIns="0" rIns="0">
            <a:spAutoFit/>
          </a:bodyPr>
          <a:lstStyle/>
          <a:p>
            <a:pPr algn="ctr">
              <a:lnSpc>
                <a:spcPts val="4200"/>
              </a:lnSpc>
              <a:spcBef>
                <a:spcPct val="0"/>
              </a:spcBef>
            </a:pPr>
            <a:r>
              <a:rPr lang="en-US" sz="3000">
                <a:solidFill>
                  <a:srgbClr val="3B365F"/>
                </a:solidFill>
                <a:latin typeface="Coco Gothic"/>
                <a:ea typeface="Coco Gothic"/>
                <a:cs typeface="Coco Gothic"/>
                <a:sym typeface="Coco Gothic"/>
              </a:rPr>
              <a:t>Kwiv</a:t>
            </a:r>
            <a:r>
              <a:rPr lang="en-US" sz="3000">
                <a:solidFill>
                  <a:srgbClr val="3B365F"/>
                </a:solidFill>
                <a:latin typeface="Coco Gothic"/>
                <a:ea typeface="Coco Gothic"/>
                <a:cs typeface="Coco Gothic"/>
                <a:sym typeface="Coco Gothic"/>
              </a:rPr>
              <a:t>uriza ku bavuzi ba Gakondo, gusangira urushinge n’umuntu ufite virusi itera SIDA, guca indasago, gukura ibyinyo, no guca ibirimi hakoreshejwe ibyuma bidasukuye.</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DAGzIb-qmfs</dc:identifier>
  <dcterms:modified xsi:type="dcterms:W3CDTF">2011-08-01T06:04:30Z</dcterms:modified>
  <cp:revision>1</cp:revision>
  <dc:title>Blue Illustrative Innovation in Medicine Presentation</dc:title>
</cp:coreProperties>
</file>